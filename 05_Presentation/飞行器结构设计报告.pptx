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70" r:id="rId3"/>
    <p:sldId id="347" r:id="rId4"/>
    <p:sldId id="319" r:id="rId5"/>
    <p:sldId id="341" r:id="rId6"/>
    <p:sldId id="285" r:id="rId7"/>
    <p:sldId id="348" r:id="rId8"/>
    <p:sldId id="345" r:id="rId9"/>
    <p:sldId id="33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20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3AF1DF-0632-4BFD-9127-C154D88CE2E4}" type="datetimeFigureOut">
              <a:rPr lang="zh-CN" altLang="en-US" smtClean="0"/>
              <a:t>2026/11/1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C05044-0E37-4F09-8C4A-8D7703E517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633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CBCBD-A104-4017-AE22-E7414AF54D3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01230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8F777-6892-4F9B-B972-4D7B640ABF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F60038-E300-4498-9B59-0BEFE9289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281343-CEF2-42E4-AF2C-E86D9D59E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E57B-AE29-4EEE-869A-B886E857C33D}" type="datetimeFigureOut">
              <a:rPr lang="zh-CN" altLang="en-US" smtClean="0"/>
              <a:t>2026/11/1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A539F1-AD41-4B4D-8E92-0897DFDDF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C07E4E-88CE-4554-A24C-7C4B8FEDF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BE6D7-E3DA-46C2-B81A-339790265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224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3D10C6-77FE-4A69-AB8F-ACF106A09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610093-3892-4DD1-8385-CAF340D58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147BCE-8E39-4B9D-A153-708694187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E57B-AE29-4EEE-869A-B886E857C33D}" type="datetimeFigureOut">
              <a:rPr lang="zh-CN" altLang="en-US" smtClean="0"/>
              <a:t>2026/11/1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47FA83-0C70-4E0D-8A3F-81B76BC12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A1032C-7274-4186-96B3-0907A029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BE6D7-E3DA-46C2-B81A-339790265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362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5EC8FA-13A1-43A3-96BB-1B856963E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8D0F9E-E337-4712-82B3-1E93A5787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A69C9A-B3F5-4DE8-ABAA-10211B510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E57B-AE29-4EEE-869A-B886E857C33D}" type="datetimeFigureOut">
              <a:rPr lang="zh-CN" altLang="en-US" smtClean="0"/>
              <a:t>2026/11/1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9A81F5-73EB-420A-A895-EC24637F5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4EA977-71FA-4D71-AA5E-512EE060A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BE6D7-E3DA-46C2-B81A-339790265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012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176DF4-F0F6-44A4-A4C6-6C52793F1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93D916-3DFC-4A13-88EF-9DA539F522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55A8A3-3EC1-4C4D-A1CB-AE3E9AA42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8B85CF-F9B9-42B8-BBD3-3F40AC3D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E57B-AE29-4EEE-869A-B886E857C33D}" type="datetimeFigureOut">
              <a:rPr lang="zh-CN" altLang="en-US" smtClean="0"/>
              <a:t>2026/11/1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C29099-947A-457C-8AAE-7928C4E9D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65FB15-23EC-4EC8-9FB7-14C088FCF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BE6D7-E3DA-46C2-B81A-339790265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42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51E242-1D33-444D-8460-606F9C726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75F099-2744-4C06-AE61-66C70EAB1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557016-CE29-4D24-86AF-851D8E587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1231C7-2775-4148-9AE6-C875C50BB7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F974EC6-92F0-4B1E-B377-526281FBA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21CCEA3-1A20-4A20-A6BC-6F57C5F0C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E57B-AE29-4EEE-869A-B886E857C33D}" type="datetimeFigureOut">
              <a:rPr lang="zh-CN" altLang="en-US" smtClean="0"/>
              <a:t>2026/11/1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650DD7D-FDDC-41F3-8F34-A5F7E18D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7166551-6D16-4862-8DFA-7E810EA82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BE6D7-E3DA-46C2-B81A-339790265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988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AC1529-95C3-4E3D-B67C-46487E359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4B83091-D7BA-4485-85FC-7A1FE11BE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E57B-AE29-4EEE-869A-B886E857C33D}" type="datetimeFigureOut">
              <a:rPr lang="zh-CN" altLang="en-US" smtClean="0"/>
              <a:t>2026/11/1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D34ECE7-D6D1-45AA-8D1A-98D8E4763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218DF3-8827-4E86-B05D-D7A652B81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BE6D7-E3DA-46C2-B81A-339790265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189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3031C13-385D-437D-94C4-2EE3DFFC6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E57B-AE29-4EEE-869A-B886E857C33D}" type="datetimeFigureOut">
              <a:rPr lang="zh-CN" altLang="en-US" smtClean="0"/>
              <a:t>2026/11/1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4CBC26-B19B-415B-94DE-0D84B20D8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C6D45C-53EB-4FCB-8E83-66732899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BE6D7-E3DA-46C2-B81A-339790265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696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6F92DD-80AE-4633-B0AA-02289814D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8E2634-F75C-47DA-A9E8-374743CB9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656C12-A390-44B8-812C-2076D5922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B862B7-E1DE-4406-A9F6-45A8F95F0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E57B-AE29-4EEE-869A-B886E857C33D}" type="datetimeFigureOut">
              <a:rPr lang="zh-CN" altLang="en-US" smtClean="0"/>
              <a:t>2026/11/1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DF3216-10F1-4A9F-A20C-47BF001FF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F6D9FC-C496-4D9C-8E10-FBC0DB5A0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BE6D7-E3DA-46C2-B81A-339790265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092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9CF2F4-D8D8-42E2-AB73-0975D7E0B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EE08B0A-2EB6-43AA-B985-8C8CA60C51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BAE022-A727-4507-BC8D-D0E3F01EE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90D983-D38F-404D-9AC5-74E361D2C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E57B-AE29-4EEE-869A-B886E857C33D}" type="datetimeFigureOut">
              <a:rPr lang="zh-CN" altLang="en-US" smtClean="0"/>
              <a:t>2026/11/1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82A6EF-FA09-49E0-A3A7-8AD8D0C4A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DD3FFD-B401-4A54-92B0-124E807EE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BE6D7-E3DA-46C2-B81A-339790265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09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F7CBB0-4512-4EC9-A718-00B52440B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B158D0-3686-43B8-8EC1-82A2F9612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B9FE4D-C664-47C3-9A10-AEA371137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E57B-AE29-4EEE-869A-B886E857C33D}" type="datetimeFigureOut">
              <a:rPr lang="zh-CN" altLang="en-US" smtClean="0"/>
              <a:t>2026/11/1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2FCEDA-7778-4619-A871-2C3B2EDAA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5FDEFD-20B2-4D67-87D9-656B34032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BE6D7-E3DA-46C2-B81A-339790265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444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AD3EB45-90D5-4966-99FE-86DB9EB1D9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35B8C3-2F8C-4CE4-B848-61A18C5FF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8B3881-F319-4C56-A406-928D7B5CD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E57B-AE29-4EEE-869A-B886E857C33D}" type="datetimeFigureOut">
              <a:rPr lang="zh-CN" altLang="en-US" smtClean="0"/>
              <a:t>2026/11/1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B90EA3-C914-457E-888F-AB177C734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EA3624-F362-408B-80E8-9099B083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BE6D7-E3DA-46C2-B81A-339790265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268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62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9581D0C-8044-4488-9094-83A11AEFC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555B7F-6E78-4FA6-A3F6-24C6BEA05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836525-D9AD-40AE-9D6C-6B43E81E16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1E57B-AE29-4EEE-869A-B886E857C33D}" type="datetimeFigureOut">
              <a:rPr lang="zh-CN" altLang="en-US" smtClean="0"/>
              <a:t>2026/11/1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08A659-7FBA-42D1-8B4E-5B220C786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448F5C-6DA5-4469-A070-45086CB78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BE6D7-E3DA-46C2-B81A-339790265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285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slideLayout" Target="../slideLayouts/slideLayout7.xml"/><Relationship Id="rId7" Type="http://schemas.openxmlformats.org/officeDocument/2006/relationships/image" Target="../media/image16.png"/><Relationship Id="rId8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88971FF-38D5-43EF-AEAB-1FCD8FCDA8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262" y="350528"/>
            <a:ext cx="3377364" cy="93815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7C68697-8248-4C68-A8AB-96D2E74EF4AF}"/>
              </a:ext>
            </a:extLst>
          </p:cNvPr>
          <p:cNvSpPr txBox="1"/>
          <p:nvPr/>
        </p:nvSpPr>
        <p:spPr>
          <a:xfrm>
            <a:off x="2468880" y="1792224"/>
            <a:ext cx="73060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4800" b="1" dirty="0">
                <a:solidFill>
                  <a:srgbClr val="1F4E79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飞行器结构设计分析报告</a:t>
            </a:r>
            <a:endParaRPr lang="zh-CN" altLang="zh-CN" sz="4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AF43BE-625B-4AB7-BF87-491C9E2532E2}"/>
              </a:ext>
            </a:extLst>
          </p:cNvPr>
          <p:cNvSpPr txBox="1"/>
          <p:nvPr/>
        </p:nvSpPr>
        <p:spPr>
          <a:xfrm>
            <a:off x="9228221" y="5305926"/>
            <a:ext cx="2963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第十二组大作业汇报</a:t>
            </a:r>
          </a:p>
        </p:txBody>
      </p:sp>
    </p:spTree>
    <p:extLst>
      <p:ext uri="{BB962C8B-B14F-4D97-AF65-F5344CB8AC3E}">
        <p14:creationId xmlns:p14="http://schemas.microsoft.com/office/powerpoint/2010/main" val="152955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椭圆 67">
            <a:extLst>
              <a:ext uri="{FF2B5EF4-FFF2-40B4-BE49-F238E27FC236}">
                <a16:creationId xmlns:a16="http://schemas.microsoft.com/office/drawing/2014/main" id="{46877AA8-411D-4AA0-B3B0-FEE39681F05D}"/>
              </a:ext>
            </a:extLst>
          </p:cNvPr>
          <p:cNvSpPr/>
          <p:nvPr/>
        </p:nvSpPr>
        <p:spPr>
          <a:xfrm>
            <a:off x="-2227898" y="1141776"/>
            <a:ext cx="4468833" cy="4468833"/>
          </a:xfrm>
          <a:prstGeom prst="ellipse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46877AA8-411D-4AA0-B3B0-FEE39681F05D}"/>
              </a:ext>
            </a:extLst>
          </p:cNvPr>
          <p:cNvSpPr/>
          <p:nvPr/>
        </p:nvSpPr>
        <p:spPr>
          <a:xfrm>
            <a:off x="-3348128" y="7050"/>
            <a:ext cx="6801183" cy="6801183"/>
          </a:xfrm>
          <a:prstGeom prst="ellipse">
            <a:avLst/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9B6571D-3351-4E1F-B282-13814EA3955E}"/>
              </a:ext>
            </a:extLst>
          </p:cNvPr>
          <p:cNvSpPr/>
          <p:nvPr/>
        </p:nvSpPr>
        <p:spPr>
          <a:xfrm>
            <a:off x="5331698" y="1280792"/>
            <a:ext cx="5677787" cy="1488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9AB66E6-CAFA-4ABE-85B4-0981F1B8F6A4}"/>
              </a:ext>
            </a:extLst>
          </p:cNvPr>
          <p:cNvGrpSpPr/>
          <p:nvPr/>
        </p:nvGrpSpPr>
        <p:grpSpPr>
          <a:xfrm>
            <a:off x="6387262" y="3850924"/>
            <a:ext cx="1133108" cy="707886"/>
            <a:chOff x="1830837" y="1547012"/>
            <a:chExt cx="870164" cy="595764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DD45444E-D34B-4098-8ACD-8A4301513AE7}"/>
                </a:ext>
              </a:extLst>
            </p:cNvPr>
            <p:cNvSpPr/>
            <p:nvPr/>
          </p:nvSpPr>
          <p:spPr>
            <a:xfrm>
              <a:off x="1830837" y="1629645"/>
              <a:ext cx="870164" cy="470413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200" normalizeH="0" noProof="0">
                <a:ln>
                  <a:noFill/>
                </a:ln>
                <a:solidFill>
                  <a:srgbClr val="003F88"/>
                </a:solidFill>
                <a:effectLst/>
                <a:uLnTx/>
                <a:uFillTx/>
                <a:latin typeface="Georgia" panose="02040502050405020303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76924AE3-E386-410B-8364-CACF3BEAF00D}"/>
                </a:ext>
              </a:extLst>
            </p:cNvPr>
            <p:cNvSpPr txBox="1"/>
            <p:nvPr/>
          </p:nvSpPr>
          <p:spPr>
            <a:xfrm>
              <a:off x="1902942" y="1547012"/>
              <a:ext cx="725953" cy="5957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200" normalizeH="0" noProof="0" dirty="0">
                  <a:ln>
                    <a:noFill/>
                  </a:ln>
                  <a:solidFill>
                    <a:srgbClr val="003F88"/>
                  </a:solidFill>
                  <a:effectLst/>
                  <a:uLnTx/>
                  <a:uFillTx/>
                  <a:latin typeface="Georgia" panose="02040502050405020303" pitchFamily="18" charset="0"/>
                  <a:ea typeface="楷体" panose="02010609060101010101" pitchFamily="49" charset="-122"/>
                </a:rPr>
                <a:t>02</a:t>
              </a:r>
              <a:endParaRPr kumimoji="0" lang="zh-CN" altLang="en-US" sz="4000" b="1" i="0" u="none" strike="noStrike" kern="1200" cap="none" spc="200" normalizeH="0" noProof="0" dirty="0">
                <a:ln>
                  <a:noFill/>
                </a:ln>
                <a:solidFill>
                  <a:srgbClr val="003F88"/>
                </a:solidFill>
                <a:effectLst/>
                <a:uLnTx/>
                <a:uFillTx/>
                <a:latin typeface="Georgia" panose="02040502050405020303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4AA36B55-A19F-4052-B368-E9FEF53C9156}"/>
              </a:ext>
            </a:extLst>
          </p:cNvPr>
          <p:cNvSpPr txBox="1"/>
          <p:nvPr/>
        </p:nvSpPr>
        <p:spPr>
          <a:xfrm>
            <a:off x="7573809" y="3856770"/>
            <a:ext cx="5008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spc="2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ea typeface="楷体" panose="02010609060101010101" pitchFamily="49" charset="-122"/>
              </a:rPr>
              <a:t>仿真分析</a:t>
            </a:r>
            <a:endParaRPr kumimoji="0" lang="zh-CN" altLang="en-US" sz="4000" b="0" i="0" u="none" strike="noStrike" kern="1200" cap="none" spc="200" normalizeH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eorgia" panose="02040502050405020303" pitchFamily="18" charset="0"/>
              <a:ea typeface="楷体" panose="02010609060101010101" pitchFamily="49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877AB13-19B7-4045-8A11-871D21DDD0BD}"/>
              </a:ext>
            </a:extLst>
          </p:cNvPr>
          <p:cNvSpPr txBox="1"/>
          <p:nvPr/>
        </p:nvSpPr>
        <p:spPr>
          <a:xfrm>
            <a:off x="6022343" y="630005"/>
            <a:ext cx="4296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1000" normalizeH="0" noProof="0" dirty="0">
                <a:ln>
                  <a:noFill/>
                </a:ln>
                <a:solidFill>
                  <a:srgbClr val="003F88"/>
                </a:solidFill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 pitchFamily="34" charset="0"/>
              </a:rPr>
              <a:t>目  录</a:t>
            </a:r>
            <a:endParaRPr kumimoji="0" lang="zh-CN" altLang="en-US" sz="4400" b="1" i="0" u="none" strike="noStrike" kern="1200" cap="none" spc="1000" normalizeH="0" noProof="0" dirty="0">
              <a:ln>
                <a:noFill/>
              </a:ln>
              <a:solidFill>
                <a:srgbClr val="003F88"/>
              </a:solidFill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Calibri" panose="020F0502020204030204" pitchFamily="34" charset="0"/>
            </a:endParaRP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1FCE890F-2266-4D51-8D6D-D6AC80E0D06A}"/>
              </a:ext>
            </a:extLst>
          </p:cNvPr>
          <p:cNvGrpSpPr/>
          <p:nvPr/>
        </p:nvGrpSpPr>
        <p:grpSpPr>
          <a:xfrm>
            <a:off x="-1723183" y="1645215"/>
            <a:ext cx="3561488" cy="3561488"/>
            <a:chOff x="3113734" y="1203967"/>
            <a:chExt cx="3561488" cy="3561488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40ABE50A-EBAB-4BC6-9E9B-289AA5EDF3D8}"/>
                </a:ext>
              </a:extLst>
            </p:cNvPr>
            <p:cNvSpPr/>
            <p:nvPr/>
          </p:nvSpPr>
          <p:spPr>
            <a:xfrm rot="7677188">
              <a:off x="3113734" y="1203967"/>
              <a:ext cx="3561488" cy="356148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1000">
                  <a:srgbClr val="CFDBDF">
                    <a:alpha val="59000"/>
                  </a:srgb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511FFD9C-3F39-4B0F-BBC3-8EDD18FED1B1}"/>
                </a:ext>
              </a:extLst>
            </p:cNvPr>
            <p:cNvSpPr/>
            <p:nvPr/>
          </p:nvSpPr>
          <p:spPr>
            <a:xfrm rot="7915019">
              <a:off x="3359185" y="1449419"/>
              <a:ext cx="3070585" cy="307058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1000">
                  <a:srgbClr val="CFDBDF">
                    <a:alpha val="59000"/>
                  </a:srgb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0F643F14-D4C8-4539-941E-3E789A32B3C7}"/>
                </a:ext>
              </a:extLst>
            </p:cNvPr>
            <p:cNvSpPr/>
            <p:nvPr/>
          </p:nvSpPr>
          <p:spPr>
            <a:xfrm rot="7915019">
              <a:off x="3742443" y="1796326"/>
              <a:ext cx="2376770" cy="2376770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1000">
                  <a:srgbClr val="CFDBDF">
                    <a:alpha val="59000"/>
                  </a:srgb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929F3B36-F819-49C4-9644-A9A488A4054E}"/>
                </a:ext>
              </a:extLst>
            </p:cNvPr>
            <p:cNvSpPr/>
            <p:nvPr/>
          </p:nvSpPr>
          <p:spPr>
            <a:xfrm rot="7915019">
              <a:off x="4058337" y="2090247"/>
              <a:ext cx="1788928" cy="178892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1000">
                  <a:srgbClr val="CFDBDF">
                    <a:alpha val="59000"/>
                  </a:srgb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C1BD2FB1-AE1C-4EFD-8FF8-19F9EC69D0A9}"/>
                </a:ext>
              </a:extLst>
            </p:cNvPr>
            <p:cNvSpPr/>
            <p:nvPr/>
          </p:nvSpPr>
          <p:spPr>
            <a:xfrm rot="7915019">
              <a:off x="4331361" y="2363271"/>
              <a:ext cx="1242880" cy="1242880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1000">
                  <a:srgbClr val="CFDBDF">
                    <a:alpha val="59000"/>
                  </a:srgb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37829B0B-5A9B-4B9C-B0E1-1CCA02543961}"/>
              </a:ext>
            </a:extLst>
          </p:cNvPr>
          <p:cNvGrpSpPr/>
          <p:nvPr/>
        </p:nvGrpSpPr>
        <p:grpSpPr>
          <a:xfrm>
            <a:off x="-3825568" y="-597906"/>
            <a:ext cx="7818647" cy="7806186"/>
            <a:chOff x="-3825568" y="-597906"/>
            <a:chExt cx="7818647" cy="7806186"/>
          </a:xfrm>
        </p:grpSpPr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46877AA8-411D-4AA0-B3B0-FEE39681F05D}"/>
                </a:ext>
              </a:extLst>
            </p:cNvPr>
            <p:cNvSpPr/>
            <p:nvPr/>
          </p:nvSpPr>
          <p:spPr>
            <a:xfrm>
              <a:off x="-3825568" y="-597906"/>
              <a:ext cx="7806186" cy="7806186"/>
            </a:xfrm>
            <a:prstGeom prst="ellipse">
              <a:avLst/>
            </a:prstGeom>
            <a:noFill/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499F5F29-E237-4E5E-B5D6-BBD32A0F4ECE}"/>
                </a:ext>
              </a:extLst>
            </p:cNvPr>
            <p:cNvSpPr/>
            <p:nvPr/>
          </p:nvSpPr>
          <p:spPr>
            <a:xfrm>
              <a:off x="3801322" y="4096625"/>
              <a:ext cx="191757" cy="19175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053DA0DD-4047-4DC2-A40F-91B394A6AD55}"/>
              </a:ext>
            </a:extLst>
          </p:cNvPr>
          <p:cNvGrpSpPr/>
          <p:nvPr/>
        </p:nvGrpSpPr>
        <p:grpSpPr>
          <a:xfrm>
            <a:off x="-4570914" y="-1201240"/>
            <a:ext cx="9154865" cy="9154865"/>
            <a:chOff x="-4570914" y="-1201240"/>
            <a:chExt cx="9154865" cy="9154865"/>
          </a:xfrm>
        </p:grpSpPr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1C58B547-CEC9-450F-989C-D21D5ED3DA8D}"/>
                </a:ext>
              </a:extLst>
            </p:cNvPr>
            <p:cNvSpPr/>
            <p:nvPr/>
          </p:nvSpPr>
          <p:spPr>
            <a:xfrm>
              <a:off x="-4570914" y="-1201240"/>
              <a:ext cx="9154865" cy="9154865"/>
            </a:xfrm>
            <a:prstGeom prst="ellipse">
              <a:avLst/>
            </a:prstGeom>
            <a:noFill/>
            <a:ln w="190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E96C7865-2DFB-48F1-A5FD-F3477B7759D7}"/>
                </a:ext>
              </a:extLst>
            </p:cNvPr>
            <p:cNvSpPr/>
            <p:nvPr/>
          </p:nvSpPr>
          <p:spPr>
            <a:xfrm flipV="1">
              <a:off x="3777407" y="826257"/>
              <a:ext cx="141217" cy="14121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142B77D9-3702-45EE-BB9A-40548AFDC8B2}"/>
                </a:ext>
              </a:extLst>
            </p:cNvPr>
            <p:cNvSpPr/>
            <p:nvPr/>
          </p:nvSpPr>
          <p:spPr>
            <a:xfrm>
              <a:off x="3260059" y="6339683"/>
              <a:ext cx="258983" cy="25898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C0CB23D-E4B8-4E42-B322-22AB33DACB62}"/>
              </a:ext>
            </a:extLst>
          </p:cNvPr>
          <p:cNvGrpSpPr/>
          <p:nvPr/>
        </p:nvGrpSpPr>
        <p:grpSpPr>
          <a:xfrm>
            <a:off x="-2536657" y="833017"/>
            <a:ext cx="5146988" cy="5086350"/>
            <a:chOff x="-2536657" y="833017"/>
            <a:chExt cx="5146988" cy="50863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7B7EE328-AF60-4DEF-9DE1-23B70D754F2C}"/>
                </a:ext>
              </a:extLst>
            </p:cNvPr>
            <p:cNvSpPr/>
            <p:nvPr/>
          </p:nvSpPr>
          <p:spPr>
            <a:xfrm>
              <a:off x="-2536657" y="833017"/>
              <a:ext cx="5086350" cy="5086350"/>
            </a:xfrm>
            <a:prstGeom prst="ellipse">
              <a:avLst/>
            </a:prstGeom>
            <a:noFill/>
            <a:ln w="190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499F5F29-E237-4E5E-B5D6-BBD32A0F4ECE}"/>
                </a:ext>
              </a:extLst>
            </p:cNvPr>
            <p:cNvSpPr/>
            <p:nvPr/>
          </p:nvSpPr>
          <p:spPr>
            <a:xfrm>
              <a:off x="2407661" y="2881021"/>
              <a:ext cx="202670" cy="20267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7B51F40-2ECA-4E72-A26A-6ACB60EE7C2D}"/>
              </a:ext>
            </a:extLst>
          </p:cNvPr>
          <p:cNvGrpSpPr/>
          <p:nvPr/>
        </p:nvGrpSpPr>
        <p:grpSpPr>
          <a:xfrm>
            <a:off x="-2956972" y="412702"/>
            <a:ext cx="5926981" cy="5926981"/>
            <a:chOff x="-2956972" y="412702"/>
            <a:chExt cx="5926981" cy="5926981"/>
          </a:xfrm>
        </p:grpSpPr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499F5F29-E237-4E5E-B5D6-BBD32A0F4ECE}"/>
                </a:ext>
              </a:extLst>
            </p:cNvPr>
            <p:cNvSpPr/>
            <p:nvPr/>
          </p:nvSpPr>
          <p:spPr>
            <a:xfrm>
              <a:off x="1607992" y="5729314"/>
              <a:ext cx="164117" cy="16411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48BF3A13-DCDD-49D5-809B-2EE13734DE6A}"/>
                </a:ext>
              </a:extLst>
            </p:cNvPr>
            <p:cNvGrpSpPr/>
            <p:nvPr/>
          </p:nvGrpSpPr>
          <p:grpSpPr>
            <a:xfrm>
              <a:off x="-2956972" y="412702"/>
              <a:ext cx="5926981" cy="5926981"/>
              <a:chOff x="-2956972" y="412702"/>
              <a:chExt cx="5926981" cy="5926981"/>
            </a:xfrm>
          </p:grpSpPr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A2F14075-5B78-4B43-89BE-F84554BAFCB3}"/>
                  </a:ext>
                </a:extLst>
              </p:cNvPr>
              <p:cNvSpPr/>
              <p:nvPr/>
            </p:nvSpPr>
            <p:spPr>
              <a:xfrm>
                <a:off x="-2956972" y="412702"/>
                <a:ext cx="5926981" cy="5926981"/>
              </a:xfrm>
              <a:prstGeom prst="ellipse">
                <a:avLst/>
              </a:prstGeom>
              <a:noFill/>
              <a:ln w="190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499F5F29-E237-4E5E-B5D6-BBD32A0F4ECE}"/>
                  </a:ext>
                </a:extLst>
              </p:cNvPr>
              <p:cNvSpPr/>
              <p:nvPr/>
            </p:nvSpPr>
            <p:spPr>
              <a:xfrm>
                <a:off x="839721" y="450570"/>
                <a:ext cx="153740" cy="15374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D778F043-8DBF-4CB5-B28D-F0665D430691}"/>
              </a:ext>
            </a:extLst>
          </p:cNvPr>
          <p:cNvGrpSpPr/>
          <p:nvPr/>
        </p:nvGrpSpPr>
        <p:grpSpPr>
          <a:xfrm>
            <a:off x="6387262" y="2284263"/>
            <a:ext cx="1133108" cy="707886"/>
            <a:chOff x="1830837" y="1547012"/>
            <a:chExt cx="870164" cy="595764"/>
          </a:xfrm>
        </p:grpSpPr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7C61B48A-1267-476B-BBB9-06865A1C8BAB}"/>
                </a:ext>
              </a:extLst>
            </p:cNvPr>
            <p:cNvSpPr/>
            <p:nvPr/>
          </p:nvSpPr>
          <p:spPr>
            <a:xfrm>
              <a:off x="1830837" y="1629645"/>
              <a:ext cx="870164" cy="470413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200" normalizeH="0" noProof="0">
                <a:ln>
                  <a:noFill/>
                </a:ln>
                <a:solidFill>
                  <a:srgbClr val="003F88"/>
                </a:solidFill>
                <a:effectLst/>
                <a:uLnTx/>
                <a:uFillTx/>
                <a:latin typeface="Georgia" panose="02040502050405020303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BDF05379-EAFC-496F-8845-29953A0ED069}"/>
                </a:ext>
              </a:extLst>
            </p:cNvPr>
            <p:cNvSpPr txBox="1"/>
            <p:nvPr/>
          </p:nvSpPr>
          <p:spPr>
            <a:xfrm>
              <a:off x="1902942" y="1547012"/>
              <a:ext cx="725954" cy="5957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200" normalizeH="0" noProof="0" dirty="0">
                  <a:ln>
                    <a:noFill/>
                  </a:ln>
                  <a:solidFill>
                    <a:srgbClr val="003F88"/>
                  </a:solidFill>
                  <a:effectLst/>
                  <a:uLnTx/>
                  <a:uFillTx/>
                  <a:latin typeface="Georgia" panose="02040502050405020303" pitchFamily="18" charset="0"/>
                  <a:ea typeface="楷体" panose="02010609060101010101" pitchFamily="49" charset="-122"/>
                </a:rPr>
                <a:t>01</a:t>
              </a:r>
              <a:endParaRPr kumimoji="0" lang="zh-CN" altLang="en-US" sz="4000" b="1" i="0" u="none" strike="noStrike" kern="1200" cap="none" spc="200" normalizeH="0" noProof="0" dirty="0">
                <a:ln>
                  <a:noFill/>
                </a:ln>
                <a:solidFill>
                  <a:srgbClr val="003F88"/>
                </a:solidFill>
                <a:effectLst/>
                <a:uLnTx/>
                <a:uFillTx/>
                <a:latin typeface="Georgia" panose="02040502050405020303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84" name="文本框 83">
            <a:extLst>
              <a:ext uri="{FF2B5EF4-FFF2-40B4-BE49-F238E27FC236}">
                <a16:creationId xmlns:a16="http://schemas.microsoft.com/office/drawing/2014/main" id="{F69EAFA8-4150-4A33-A62C-8B8A6212967D}"/>
              </a:ext>
            </a:extLst>
          </p:cNvPr>
          <p:cNvSpPr txBox="1"/>
          <p:nvPr/>
        </p:nvSpPr>
        <p:spPr>
          <a:xfrm>
            <a:off x="7573809" y="2297090"/>
            <a:ext cx="5008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20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eorgia" panose="02040502050405020303" pitchFamily="18" charset="0"/>
                <a:ea typeface="楷体" panose="02010609060101010101" pitchFamily="49" charset="-122"/>
              </a:rPr>
              <a:t>结构设计</a:t>
            </a:r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D645746E-EECA-45C6-AAA5-3C301696B16F}"/>
              </a:ext>
            </a:extLst>
          </p:cNvPr>
          <p:cNvGrpSpPr/>
          <p:nvPr/>
        </p:nvGrpSpPr>
        <p:grpSpPr>
          <a:xfrm>
            <a:off x="6387262" y="5417584"/>
            <a:ext cx="1133108" cy="707886"/>
            <a:chOff x="1830837" y="1515283"/>
            <a:chExt cx="870164" cy="595764"/>
          </a:xfrm>
        </p:grpSpPr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C9CC3091-069D-4EF6-A1F0-BB9411AB3753}"/>
                </a:ext>
              </a:extLst>
            </p:cNvPr>
            <p:cNvSpPr/>
            <p:nvPr/>
          </p:nvSpPr>
          <p:spPr>
            <a:xfrm>
              <a:off x="1830837" y="1629645"/>
              <a:ext cx="870164" cy="470413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200" normalizeH="0" noProof="0">
                <a:ln>
                  <a:noFill/>
                </a:ln>
                <a:solidFill>
                  <a:srgbClr val="003F88"/>
                </a:solidFill>
                <a:effectLst/>
                <a:uLnTx/>
                <a:uFillTx/>
                <a:latin typeface="Georgia" panose="02040502050405020303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8B7D2004-491F-4A78-B2B8-42C966AAE697}"/>
                </a:ext>
              </a:extLst>
            </p:cNvPr>
            <p:cNvSpPr txBox="1"/>
            <p:nvPr/>
          </p:nvSpPr>
          <p:spPr>
            <a:xfrm>
              <a:off x="1902942" y="1515283"/>
              <a:ext cx="725953" cy="5957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200" normalizeH="0" noProof="0" dirty="0">
                  <a:ln>
                    <a:noFill/>
                  </a:ln>
                  <a:solidFill>
                    <a:srgbClr val="003F88"/>
                  </a:solidFill>
                  <a:effectLst/>
                  <a:uLnTx/>
                  <a:uFillTx/>
                  <a:latin typeface="Georgia" panose="02040502050405020303" pitchFamily="18" charset="0"/>
                  <a:ea typeface="楷体" panose="02010609060101010101" pitchFamily="49" charset="-122"/>
                </a:rPr>
                <a:t>03</a:t>
              </a:r>
              <a:endParaRPr kumimoji="0" lang="zh-CN" altLang="en-US" sz="4000" b="1" i="0" u="none" strike="noStrike" kern="1200" cap="none" spc="200" normalizeH="0" noProof="0" dirty="0">
                <a:ln>
                  <a:noFill/>
                </a:ln>
                <a:solidFill>
                  <a:srgbClr val="003F88"/>
                </a:solidFill>
                <a:effectLst/>
                <a:uLnTx/>
                <a:uFillTx/>
                <a:latin typeface="Georgia" panose="02040502050405020303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94" name="文本框 93">
            <a:extLst>
              <a:ext uri="{FF2B5EF4-FFF2-40B4-BE49-F238E27FC236}">
                <a16:creationId xmlns:a16="http://schemas.microsoft.com/office/drawing/2014/main" id="{FF2785B9-BCD0-4DD3-ACB9-15A75A685465}"/>
              </a:ext>
            </a:extLst>
          </p:cNvPr>
          <p:cNvSpPr txBox="1"/>
          <p:nvPr/>
        </p:nvSpPr>
        <p:spPr>
          <a:xfrm>
            <a:off x="7573809" y="5455165"/>
            <a:ext cx="5008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20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eorgia" panose="02040502050405020303" pitchFamily="18" charset="0"/>
                <a:ea typeface="楷体" panose="02010609060101010101" pitchFamily="49" charset="-122"/>
              </a:rPr>
              <a:t>总结思考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121DC4F-3E02-466B-B5FD-96D63C8B688B}"/>
              </a:ext>
            </a:extLst>
          </p:cNvPr>
          <p:cNvSpPr txBox="1"/>
          <p:nvPr/>
        </p:nvSpPr>
        <p:spPr>
          <a:xfrm>
            <a:off x="6022343" y="1294127"/>
            <a:ext cx="4296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400" normalizeH="0" noProof="0" dirty="0">
                <a:ln>
                  <a:noFill/>
                </a:ln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Calibri" panose="020F0502020204030204" pitchFamily="34" charset="0"/>
              </a:rPr>
              <a:t>CONTENTS</a:t>
            </a:r>
            <a:endParaRPr kumimoji="0" lang="zh-CN" altLang="en-US" sz="2000" i="0" u="none" strike="noStrike" kern="1200" cap="none" spc="400" normalizeH="0" noProof="0" dirty="0">
              <a:ln>
                <a:noFill/>
              </a:ln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eorgia" panose="02040502050405020303" pitchFamily="18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7F1342A-5392-472C-9830-206BAB5540A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1088155" y="2250815"/>
            <a:ext cx="2790933" cy="221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090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6A978EE0-6762-4070-9208-727D6A2C888D}"/>
              </a:ext>
            </a:extLst>
          </p:cNvPr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BBA72C2-6658-4903-90B0-3DB09CD96F31}"/>
                </a:ext>
              </a:extLst>
            </p:cNvPr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88DC6F7-3F54-4EFD-919D-1EC401B96C18}"/>
                </a:ext>
              </a:extLst>
            </p:cNvPr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ABB1D33E-6A58-4E88-95E9-6A4048F9D03F}"/>
                </a:ext>
              </a:extLst>
            </p:cNvPr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DD0E7411-EFC8-4009-A22F-AE54C44AD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9E2F821-98A7-4B7B-811D-5DAD6270ADCA}"/>
              </a:ext>
            </a:extLst>
          </p:cNvPr>
          <p:cNvSpPr txBox="1"/>
          <p:nvPr/>
        </p:nvSpPr>
        <p:spPr>
          <a:xfrm>
            <a:off x="1165161" y="269066"/>
            <a:ext cx="2045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dirty="0">
                <a:solidFill>
                  <a:srgbClr val="003F88"/>
                </a:solidFill>
              </a:rPr>
              <a:t>结构设计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1A71FC-24DE-44CC-A7B4-B871B8546747}"/>
              </a:ext>
            </a:extLst>
          </p:cNvPr>
          <p:cNvSpPr/>
          <p:nvPr/>
        </p:nvSpPr>
        <p:spPr>
          <a:xfrm>
            <a:off x="526473" y="1365769"/>
            <a:ext cx="11074400" cy="4984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559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4C86976A-5C77-4CC0-9FBD-C452B78E6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6A10815-F573-4B61-8ECF-77EED6C1563E}"/>
              </a:ext>
            </a:extLst>
          </p:cNvPr>
          <p:cNvSpPr txBox="1"/>
          <p:nvPr/>
        </p:nvSpPr>
        <p:spPr>
          <a:xfrm>
            <a:off x="542138" y="218394"/>
            <a:ext cx="6078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</a:t>
            </a:r>
            <a:r>
              <a:rPr lang="zh-CN" altLang="en-US" sz="28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仿真分析</a:t>
            </a:r>
            <a:r>
              <a:rPr lang="en-US" altLang="zh-CN" sz="2800" b="1" dirty="0">
                <a:solidFill>
                  <a:srgbClr val="003F8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–</a:t>
            </a:r>
            <a:r>
              <a:rPr lang="en-US" altLang="zh-CN" sz="28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网格划分</a:t>
            </a:r>
            <a:endParaRPr lang="zh-CN" altLang="en-US" sz="2800" b="1" dirty="0">
              <a:solidFill>
                <a:srgbClr val="003F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5B509B0-4774-4B55-B5E7-410802D4DF3A}"/>
              </a:ext>
            </a:extLst>
          </p:cNvPr>
          <p:cNvGrpSpPr/>
          <p:nvPr/>
        </p:nvGrpSpPr>
        <p:grpSpPr>
          <a:xfrm>
            <a:off x="0" y="-2932"/>
            <a:ext cx="517646" cy="981393"/>
            <a:chOff x="0" y="111538"/>
            <a:chExt cx="899042" cy="1704473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1E66A749-4CD5-49EA-9245-6B506F848CF6}"/>
                </a:ext>
              </a:extLst>
            </p:cNvPr>
            <p:cNvSpPr/>
            <p:nvPr/>
          </p:nvSpPr>
          <p:spPr>
            <a:xfrm>
              <a:off x="778917" y="885854"/>
              <a:ext cx="120125" cy="120125"/>
            </a:xfrm>
            <a:prstGeom prst="ellipse">
              <a:avLst/>
            </a:prstGeom>
            <a:solidFill>
              <a:srgbClr val="003F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782015C2-FB06-4B10-B177-F493825C6218}"/>
                </a:ext>
              </a:extLst>
            </p:cNvPr>
            <p:cNvGrpSpPr/>
            <p:nvPr/>
          </p:nvGrpSpPr>
          <p:grpSpPr>
            <a:xfrm>
              <a:off x="0" y="111538"/>
              <a:ext cx="875360" cy="1704473"/>
              <a:chOff x="357726" y="552695"/>
              <a:chExt cx="1547190" cy="3012640"/>
            </a:xfrm>
            <a:solidFill>
              <a:srgbClr val="003F89"/>
            </a:solidFill>
          </p:grpSpPr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D6E09D34-303B-4EA3-8A69-AA11B05AA2DB}"/>
                  </a:ext>
                </a:extLst>
              </p:cNvPr>
              <p:cNvSpPr/>
              <p:nvPr/>
            </p:nvSpPr>
            <p:spPr>
              <a:xfrm rot="10800000" flipH="1" flipV="1">
                <a:off x="357726" y="2018145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86C436F9-CE23-4613-B380-501F155ACF00}"/>
                  </a:ext>
                </a:extLst>
              </p:cNvPr>
              <p:cNvSpPr/>
              <p:nvPr/>
            </p:nvSpPr>
            <p:spPr>
              <a:xfrm rot="5400000" flipH="1" flipV="1">
                <a:off x="399103" y="511318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14" name="Picture 1">
            <a:extLst>
              <a:ext uri="{FF2B5EF4-FFF2-40B4-BE49-F238E27FC236}">
                <a16:creationId xmlns:a16="http://schemas.microsoft.com/office/drawing/2014/main" id="{57C0C43B-68AE-43C9-AACD-B2C429EACD6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77053" y="957898"/>
            <a:ext cx="4679950" cy="263779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83FBA752-0DDD-49DC-B3B4-ABA0B5C0AAD1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034999" y="1029018"/>
            <a:ext cx="4679950" cy="2495550"/>
          </a:xfrm>
          <a:prstGeom prst="rect">
            <a:avLst/>
          </a:prstGeom>
        </p:spPr>
      </p:pic>
      <p:pic>
        <p:nvPicPr>
          <p:cNvPr id="17" name="Picture 3">
            <a:extLst>
              <a:ext uri="{FF2B5EF4-FFF2-40B4-BE49-F238E27FC236}">
                <a16:creationId xmlns:a16="http://schemas.microsoft.com/office/drawing/2014/main" id="{64C703D6-EDC9-4619-9062-77EADB950E96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542138" y="3961291"/>
            <a:ext cx="4679950" cy="2382520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D354519-D625-4A4A-B1A2-7CDA81571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529030"/>
              </p:ext>
            </p:extLst>
          </p:nvPr>
        </p:nvGraphicFramePr>
        <p:xfrm>
          <a:off x="7155014" y="4138920"/>
          <a:ext cx="4439920" cy="21235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143679988"/>
                    </a:ext>
                  </a:extLst>
                </a:gridCol>
                <a:gridCol w="1619885">
                  <a:extLst>
                    <a:ext uri="{9D8B030D-6E8A-4147-A177-3AD203B41FA5}">
                      <a16:colId xmlns:a16="http://schemas.microsoft.com/office/drawing/2014/main" val="3262499980"/>
                    </a:ext>
                  </a:extLst>
                </a:gridCol>
                <a:gridCol w="1619885">
                  <a:extLst>
                    <a:ext uri="{9D8B030D-6E8A-4147-A177-3AD203B41FA5}">
                      <a16:colId xmlns:a16="http://schemas.microsoft.com/office/drawing/2014/main" val="2594348586"/>
                    </a:ext>
                  </a:extLst>
                </a:gridCol>
              </a:tblGrid>
              <a:tr h="2328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050">
                          <a:effectLst/>
                        </a:rPr>
                        <a:t>参数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050">
                          <a:effectLst/>
                        </a:rPr>
                        <a:t>RevN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050">
                          <a:effectLst/>
                        </a:rPr>
                        <a:t>RevP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2918504"/>
                  </a:ext>
                </a:extLst>
              </a:tr>
              <a:tr h="49344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全局尺寸 / 最小尺寸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18 mm / 3.6 mm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18 mm / 3.6 mm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9683396"/>
                  </a:ext>
                </a:extLst>
              </a:tr>
              <a:tr h="2328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 dirty="0" err="1">
                          <a:effectLst/>
                        </a:rPr>
                        <a:t>网格算法</a:t>
                      </a:r>
                      <a:endParaRPr lang="zh-C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Frontal-Delaunay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Frontal-Delaunay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8626786"/>
                  </a:ext>
                </a:extLst>
              </a:tr>
              <a:tr h="2328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节点数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182 611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652 646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4843142"/>
                  </a:ext>
                </a:extLst>
              </a:tr>
              <a:tr h="2328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三角面数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364 202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1 303 300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5675718"/>
                  </a:ext>
                </a:extLst>
              </a:tr>
              <a:tr h="2328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网格总面积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38.9 m²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—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5995914"/>
                  </a:ext>
                </a:extLst>
              </a:tr>
              <a:tr h="2328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STL 文件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17.4 MB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62.2 MB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1877373"/>
                  </a:ext>
                </a:extLst>
              </a:tr>
              <a:tr h="2328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msh 文件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22.8 MB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 dirty="0">
                          <a:effectLst/>
                        </a:rPr>
                        <a:t>70.3 MB</a:t>
                      </a:r>
                      <a:endParaRPr lang="zh-C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3968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586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33BC54A2-2967-4C49-AD6E-7974751430E6}"/>
              </a:ext>
            </a:extLst>
          </p:cNvPr>
          <p:cNvSpPr txBox="1"/>
          <p:nvPr/>
        </p:nvSpPr>
        <p:spPr>
          <a:xfrm>
            <a:off x="542138" y="218394"/>
            <a:ext cx="6078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仿真分析</a:t>
            </a:r>
            <a:r>
              <a:rPr lang="en-US" altLang="zh-CN" sz="2800" b="1" dirty="0">
                <a:solidFill>
                  <a:srgbClr val="003F8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–</a:t>
            </a:r>
            <a:r>
              <a:rPr lang="en-US" altLang="zh-CN" sz="28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应力分析</a:t>
            </a:r>
            <a:endParaRPr lang="zh-CN" altLang="en-US" sz="2800" b="1" dirty="0">
              <a:solidFill>
                <a:srgbClr val="003F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872EE9E-D19D-4E69-A51F-B3FD8DEBEC4D}"/>
              </a:ext>
            </a:extLst>
          </p:cNvPr>
          <p:cNvGrpSpPr/>
          <p:nvPr/>
        </p:nvGrpSpPr>
        <p:grpSpPr>
          <a:xfrm>
            <a:off x="0" y="-2932"/>
            <a:ext cx="517646" cy="981393"/>
            <a:chOff x="0" y="111538"/>
            <a:chExt cx="899042" cy="1704473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4FA2E881-674B-46DE-A319-EA3711612FC2}"/>
                </a:ext>
              </a:extLst>
            </p:cNvPr>
            <p:cNvSpPr/>
            <p:nvPr/>
          </p:nvSpPr>
          <p:spPr>
            <a:xfrm>
              <a:off x="778917" y="885854"/>
              <a:ext cx="120125" cy="120125"/>
            </a:xfrm>
            <a:prstGeom prst="ellipse">
              <a:avLst/>
            </a:prstGeom>
            <a:solidFill>
              <a:srgbClr val="003F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777255DA-69BB-4F7B-99E0-CF65B28717F9}"/>
                </a:ext>
              </a:extLst>
            </p:cNvPr>
            <p:cNvGrpSpPr/>
            <p:nvPr/>
          </p:nvGrpSpPr>
          <p:grpSpPr>
            <a:xfrm>
              <a:off x="0" y="111538"/>
              <a:ext cx="875360" cy="1704473"/>
              <a:chOff x="357726" y="552695"/>
              <a:chExt cx="1547190" cy="3012640"/>
            </a:xfrm>
            <a:solidFill>
              <a:srgbClr val="003F89"/>
            </a:solidFill>
          </p:grpSpPr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091262B7-8F27-437E-B82F-E8C4480D0DC4}"/>
                  </a:ext>
                </a:extLst>
              </p:cNvPr>
              <p:cNvSpPr/>
              <p:nvPr/>
            </p:nvSpPr>
            <p:spPr>
              <a:xfrm rot="10800000" flipH="1" flipV="1">
                <a:off x="357726" y="2018145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5CAB35A5-D998-4AF0-AFD7-CD48F16B73B2}"/>
                  </a:ext>
                </a:extLst>
              </p:cNvPr>
              <p:cNvSpPr/>
              <p:nvPr/>
            </p:nvSpPr>
            <p:spPr>
              <a:xfrm rot="5400000" flipH="1" flipV="1">
                <a:off x="399103" y="511318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1026828-6272-47FB-8E76-206D5BC55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842148"/>
              </p:ext>
            </p:extLst>
          </p:nvPr>
        </p:nvGraphicFramePr>
        <p:xfrm>
          <a:off x="904174" y="4052816"/>
          <a:ext cx="4134485" cy="16127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9795">
                  <a:extLst>
                    <a:ext uri="{9D8B030D-6E8A-4147-A177-3AD203B41FA5}">
                      <a16:colId xmlns:a16="http://schemas.microsoft.com/office/drawing/2014/main" val="2275664718"/>
                    </a:ext>
                  </a:extLst>
                </a:gridCol>
                <a:gridCol w="899795">
                  <a:extLst>
                    <a:ext uri="{9D8B030D-6E8A-4147-A177-3AD203B41FA5}">
                      <a16:colId xmlns:a16="http://schemas.microsoft.com/office/drawing/2014/main" val="4291245716"/>
                    </a:ext>
                  </a:extLst>
                </a:gridCol>
                <a:gridCol w="899795">
                  <a:extLst>
                    <a:ext uri="{9D8B030D-6E8A-4147-A177-3AD203B41FA5}">
                      <a16:colId xmlns:a16="http://schemas.microsoft.com/office/drawing/2014/main" val="3799234530"/>
                    </a:ext>
                  </a:extLst>
                </a:gridCol>
                <a:gridCol w="717550">
                  <a:extLst>
                    <a:ext uri="{9D8B030D-6E8A-4147-A177-3AD203B41FA5}">
                      <a16:colId xmlns:a16="http://schemas.microsoft.com/office/drawing/2014/main" val="1683316381"/>
                    </a:ext>
                  </a:extLst>
                </a:gridCol>
                <a:gridCol w="717550">
                  <a:extLst>
                    <a:ext uri="{9D8B030D-6E8A-4147-A177-3AD203B41FA5}">
                      <a16:colId xmlns:a16="http://schemas.microsoft.com/office/drawing/2014/main" val="3702960583"/>
                    </a:ext>
                  </a:extLst>
                </a:gridCol>
              </a:tblGrid>
              <a:tr h="4800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050">
                          <a:effectLst/>
                        </a:rPr>
                        <a:t>y (m)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050">
                          <a:effectLst/>
                        </a:rPr>
                        <a:t>梁高 d (mm)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050">
                          <a:effectLst/>
                        </a:rPr>
                        <a:t>缘条厚 t (mm)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050">
                          <a:effectLst/>
                        </a:rPr>
                        <a:t>弯矩 M (N·m)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050">
                          <a:effectLst/>
                        </a:rPr>
                        <a:t>σ_vm (MPa)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2351257"/>
                  </a:ext>
                </a:extLst>
              </a:tr>
              <a:tr h="2265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0.00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200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8.0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11 327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364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2641330"/>
                  </a:ext>
                </a:extLst>
              </a:tr>
              <a:tr h="2265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0.65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190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6.7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 dirty="0">
                          <a:effectLst/>
                        </a:rPr>
                        <a:t>7 800</a:t>
                      </a:r>
                      <a:endParaRPr lang="zh-C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340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4214453"/>
                  </a:ext>
                </a:extLst>
              </a:tr>
              <a:tr h="2265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1.63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175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4.8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5 668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333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6902973"/>
                  </a:ext>
                </a:extLst>
              </a:tr>
              <a:tr h="2265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3.25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150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2.2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1 915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290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5629816"/>
                  </a:ext>
                </a:extLst>
              </a:tr>
              <a:tr h="2265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4.88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125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0.6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292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 dirty="0">
                          <a:effectLst/>
                        </a:rPr>
                        <a:t>195</a:t>
                      </a:r>
                      <a:endParaRPr lang="zh-C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6451703"/>
                  </a:ext>
                </a:extLst>
              </a:tr>
            </a:tbl>
          </a:graphicData>
        </a:graphic>
      </p:graphicFrame>
      <p:pic>
        <p:nvPicPr>
          <p:cNvPr id="21" name="Picture 4">
            <a:extLst>
              <a:ext uri="{FF2B5EF4-FFF2-40B4-BE49-F238E27FC236}">
                <a16:creationId xmlns:a16="http://schemas.microsoft.com/office/drawing/2014/main" id="{3B84C891-8DEE-4A40-BF7A-59B5F4A2FBD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30082" y="1041500"/>
            <a:ext cx="4679950" cy="2591435"/>
          </a:xfrm>
          <a:prstGeom prst="rect">
            <a:avLst/>
          </a:prstGeom>
        </p:spPr>
      </p:pic>
      <p:pic>
        <p:nvPicPr>
          <p:cNvPr id="39" name="Picture 5">
            <a:extLst>
              <a:ext uri="{FF2B5EF4-FFF2-40B4-BE49-F238E27FC236}">
                <a16:creationId xmlns:a16="http://schemas.microsoft.com/office/drawing/2014/main" id="{567E9B27-8D8A-475B-9C72-56089AFAE9C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638275"/>
            <a:ext cx="4679950" cy="2994660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B90B3CE-8ED5-4CDE-94D3-A84A38951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330144"/>
              </p:ext>
            </p:extLst>
          </p:nvPr>
        </p:nvGraphicFramePr>
        <p:xfrm>
          <a:off x="6270824" y="4198223"/>
          <a:ext cx="4330301" cy="13218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4437">
                  <a:extLst>
                    <a:ext uri="{9D8B030D-6E8A-4147-A177-3AD203B41FA5}">
                      <a16:colId xmlns:a16="http://schemas.microsoft.com/office/drawing/2014/main" val="2532903574"/>
                    </a:ext>
                  </a:extLst>
                </a:gridCol>
                <a:gridCol w="737941">
                  <a:extLst>
                    <a:ext uri="{9D8B030D-6E8A-4147-A177-3AD203B41FA5}">
                      <a16:colId xmlns:a16="http://schemas.microsoft.com/office/drawing/2014/main" val="2443168662"/>
                    </a:ext>
                  </a:extLst>
                </a:gridCol>
                <a:gridCol w="985867">
                  <a:extLst>
                    <a:ext uri="{9D8B030D-6E8A-4147-A177-3AD203B41FA5}">
                      <a16:colId xmlns:a16="http://schemas.microsoft.com/office/drawing/2014/main" val="2463659494"/>
                    </a:ext>
                  </a:extLst>
                </a:gridCol>
                <a:gridCol w="985867">
                  <a:extLst>
                    <a:ext uri="{9D8B030D-6E8A-4147-A177-3AD203B41FA5}">
                      <a16:colId xmlns:a16="http://schemas.microsoft.com/office/drawing/2014/main" val="1285917833"/>
                    </a:ext>
                  </a:extLst>
                </a:gridCol>
                <a:gridCol w="786189">
                  <a:extLst>
                    <a:ext uri="{9D8B030D-6E8A-4147-A177-3AD203B41FA5}">
                      <a16:colId xmlns:a16="http://schemas.microsoft.com/office/drawing/2014/main" val="2394219911"/>
                    </a:ext>
                  </a:extLst>
                </a:gridCol>
              </a:tblGrid>
              <a:tr h="2635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050">
                          <a:effectLst/>
                        </a:rPr>
                        <a:t>y (m)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050">
                          <a:effectLst/>
                        </a:rPr>
                        <a:t>M (N·m)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050" dirty="0">
                          <a:effectLst/>
                        </a:rPr>
                        <a:t>σ (MPa)</a:t>
                      </a:r>
                      <a:endParaRPr lang="zh-C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050">
                          <a:effectLst/>
                        </a:rPr>
                        <a:t>MS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050">
                          <a:effectLst/>
                        </a:rPr>
                        <a:t>挠度 (m)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719232"/>
                  </a:ext>
                </a:extLst>
              </a:tr>
              <a:tr h="26765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 dirty="0">
                          <a:effectLst/>
                        </a:rPr>
                        <a:t>0.09（根）</a:t>
                      </a:r>
                      <a:endParaRPr lang="zh-C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11327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 dirty="0">
                          <a:effectLst/>
                        </a:rPr>
                        <a:t>364</a:t>
                      </a:r>
                      <a:endParaRPr lang="zh-C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0.099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0.408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0966837"/>
                  </a:ext>
                </a:extLst>
              </a:tr>
              <a:tr h="2635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1.63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5 668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333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0.20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0.20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4154372"/>
                  </a:ext>
                </a:extLst>
              </a:tr>
              <a:tr h="2635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3.25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1 915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290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0.38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0.06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1732166"/>
                  </a:ext>
                </a:extLst>
              </a:tr>
              <a:tr h="2635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4.88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292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195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>
                          <a:effectLst/>
                        </a:rPr>
                        <a:t>1.05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50" dirty="0">
                          <a:effectLst/>
                        </a:rPr>
                        <a:t>0.01</a:t>
                      </a:r>
                      <a:endParaRPr lang="zh-C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1011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50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0292898" y="-1710168"/>
            <a:ext cx="3313865" cy="3313865"/>
            <a:chOff x="0" y="0"/>
            <a:chExt cx="1708150" cy="170815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1708150" cy="1708150"/>
            </a:xfrm>
            <a:custGeom>
              <a:avLst/>
              <a:gdLst/>
              <a:ahLst/>
              <a:cxnLst/>
              <a:rect l="l" t="t" r="r" b="b"/>
              <a:pathLst>
                <a:path w="1708150" h="1708150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-793950" y="5835767"/>
            <a:ext cx="2232801" cy="2232801"/>
            <a:chOff x="0" y="0"/>
            <a:chExt cx="1708150" cy="170815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1708150" cy="1708150"/>
            </a:xfrm>
            <a:custGeom>
              <a:avLst/>
              <a:gdLst/>
              <a:ahLst/>
              <a:cxnLst/>
              <a:rect l="l" t="t" r="r" b="b"/>
              <a:pathLst>
                <a:path w="1708150" h="1708150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13" name="Group 13"/>
          <p:cNvGrpSpPr/>
          <p:nvPr/>
        </p:nvGrpSpPr>
        <p:grpSpPr>
          <a:xfrm>
            <a:off x="248820" y="5498494"/>
            <a:ext cx="956496" cy="1112521"/>
            <a:chOff x="0" y="0"/>
            <a:chExt cx="1912991" cy="2225042"/>
          </a:xfrm>
          <a:solidFill>
            <a:srgbClr val="003F88"/>
          </a:solidFill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1214754"/>
              <a:ext cx="867585" cy="1010288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867585" cy="1010288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1045407" y="1214754"/>
              <a:ext cx="867585" cy="1010288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1045407" y="0"/>
              <a:ext cx="867585" cy="1010288"/>
            </a:xfrm>
            <a:prstGeom prst="rect">
              <a:avLst/>
            </a:prstGeom>
          </p:spPr>
        </p:pic>
      </p:grp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B7E81DD1-C622-41B6-A5EA-5252D855A4BC}"/>
              </a:ext>
            </a:extLst>
          </p:cNvPr>
          <p:cNvCxnSpPr>
            <a:cxnSpLocks/>
          </p:cNvCxnSpPr>
          <p:nvPr/>
        </p:nvCxnSpPr>
        <p:spPr>
          <a:xfrm>
            <a:off x="12192000" y="6858000"/>
            <a:ext cx="848002" cy="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271" name="Group 6">
            <a:extLst>
              <a:ext uri="{FF2B5EF4-FFF2-40B4-BE49-F238E27FC236}">
                <a16:creationId xmlns:a16="http://schemas.microsoft.com/office/drawing/2014/main" id="{CBB32024-B315-47C2-A01F-88CDB6490C01}"/>
              </a:ext>
            </a:extLst>
          </p:cNvPr>
          <p:cNvGrpSpPr/>
          <p:nvPr/>
        </p:nvGrpSpPr>
        <p:grpSpPr>
          <a:xfrm>
            <a:off x="10712776" y="557548"/>
            <a:ext cx="1135547" cy="1320779"/>
            <a:chOff x="0" y="0"/>
            <a:chExt cx="2271094" cy="2641558"/>
          </a:xfrm>
          <a:solidFill>
            <a:srgbClr val="003F88"/>
          </a:solidFill>
        </p:grpSpPr>
        <p:pic>
          <p:nvPicPr>
            <p:cNvPr id="272" name="Picture 7">
              <a:extLst>
                <a:ext uri="{FF2B5EF4-FFF2-40B4-BE49-F238E27FC236}">
                  <a16:creationId xmlns:a16="http://schemas.microsoft.com/office/drawing/2014/main" id="{ECFFDD14-8475-4BB2-8B22-C22FD6498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1442150"/>
              <a:ext cx="1029992" cy="1199409"/>
            </a:xfrm>
            <a:prstGeom prst="rect">
              <a:avLst/>
            </a:prstGeom>
          </p:spPr>
        </p:pic>
        <p:pic>
          <p:nvPicPr>
            <p:cNvPr id="273" name="Picture 8">
              <a:extLst>
                <a:ext uri="{FF2B5EF4-FFF2-40B4-BE49-F238E27FC236}">
                  <a16:creationId xmlns:a16="http://schemas.microsoft.com/office/drawing/2014/main" id="{3F3429E3-EB51-4D8E-8138-BED78C178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029992" cy="1199409"/>
            </a:xfrm>
            <a:prstGeom prst="rect">
              <a:avLst/>
            </a:prstGeom>
          </p:spPr>
        </p:pic>
        <p:pic>
          <p:nvPicPr>
            <p:cNvPr id="274" name="Picture 9">
              <a:extLst>
                <a:ext uri="{FF2B5EF4-FFF2-40B4-BE49-F238E27FC236}">
                  <a16:creationId xmlns:a16="http://schemas.microsoft.com/office/drawing/2014/main" id="{6999F386-0B8B-4E10-947E-0BF1D150E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1241102" y="1442150"/>
              <a:ext cx="1029992" cy="1199409"/>
            </a:xfrm>
            <a:prstGeom prst="rect">
              <a:avLst/>
            </a:prstGeom>
          </p:spPr>
        </p:pic>
        <p:pic>
          <p:nvPicPr>
            <p:cNvPr id="275" name="Picture 10">
              <a:extLst>
                <a:ext uri="{FF2B5EF4-FFF2-40B4-BE49-F238E27FC236}">
                  <a16:creationId xmlns:a16="http://schemas.microsoft.com/office/drawing/2014/main" id="{B2FF94CA-FF90-4263-8954-34B95DBDA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1241102" y="0"/>
              <a:ext cx="1029992" cy="1199409"/>
            </a:xfrm>
            <a:prstGeom prst="rect">
              <a:avLst/>
            </a:prstGeom>
          </p:spPr>
        </p:pic>
      </p:grpSp>
      <p:sp>
        <p:nvSpPr>
          <p:cNvPr id="109" name="文本框 108">
            <a:extLst>
              <a:ext uri="{FF2B5EF4-FFF2-40B4-BE49-F238E27FC236}">
                <a16:creationId xmlns:a16="http://schemas.microsoft.com/office/drawing/2014/main" id="{EEC1DBBF-D73B-47C1-99FE-B537D4F26DED}"/>
              </a:ext>
            </a:extLst>
          </p:cNvPr>
          <p:cNvSpPr txBox="1"/>
          <p:nvPr/>
        </p:nvSpPr>
        <p:spPr>
          <a:xfrm>
            <a:off x="542138" y="218394"/>
            <a:ext cx="6078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</a:t>
            </a:r>
            <a:r>
              <a:rPr lang="zh-CN" altLang="en-US" sz="28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仿真分析 </a:t>
            </a:r>
            <a:r>
              <a:rPr lang="en-US" altLang="zh-CN" sz="2800" b="1" dirty="0">
                <a:solidFill>
                  <a:srgbClr val="003F8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–</a:t>
            </a:r>
            <a:r>
              <a:rPr lang="en-US" altLang="zh-CN" sz="28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气动仿真</a:t>
            </a:r>
            <a:endParaRPr lang="zh-CN" altLang="en-US" sz="2800" b="1" dirty="0">
              <a:solidFill>
                <a:srgbClr val="003F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7644CCD9-73DC-4873-BB2B-DEE3C815E5CF}"/>
              </a:ext>
            </a:extLst>
          </p:cNvPr>
          <p:cNvGrpSpPr/>
          <p:nvPr/>
        </p:nvGrpSpPr>
        <p:grpSpPr>
          <a:xfrm>
            <a:off x="0" y="-2932"/>
            <a:ext cx="517646" cy="981393"/>
            <a:chOff x="0" y="111538"/>
            <a:chExt cx="899042" cy="1704473"/>
          </a:xfrm>
        </p:grpSpPr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30FC83B0-D5C4-4F4B-B9FD-1E2512A4AE34}"/>
                </a:ext>
              </a:extLst>
            </p:cNvPr>
            <p:cNvSpPr/>
            <p:nvPr/>
          </p:nvSpPr>
          <p:spPr>
            <a:xfrm>
              <a:off x="778917" y="885854"/>
              <a:ext cx="120125" cy="120125"/>
            </a:xfrm>
            <a:prstGeom prst="ellipse">
              <a:avLst/>
            </a:prstGeom>
            <a:solidFill>
              <a:srgbClr val="003F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B2615476-892D-4765-A5CA-880FE1E03769}"/>
                </a:ext>
              </a:extLst>
            </p:cNvPr>
            <p:cNvGrpSpPr/>
            <p:nvPr/>
          </p:nvGrpSpPr>
          <p:grpSpPr>
            <a:xfrm>
              <a:off x="0" y="111538"/>
              <a:ext cx="875360" cy="1704473"/>
              <a:chOff x="357726" y="552695"/>
              <a:chExt cx="1547190" cy="3012640"/>
            </a:xfrm>
            <a:solidFill>
              <a:srgbClr val="003F89"/>
            </a:solidFill>
          </p:grpSpPr>
          <p:sp>
            <p:nvSpPr>
              <p:cNvPr id="113" name="任意多边形: 形状 112">
                <a:extLst>
                  <a:ext uri="{FF2B5EF4-FFF2-40B4-BE49-F238E27FC236}">
                    <a16:creationId xmlns:a16="http://schemas.microsoft.com/office/drawing/2014/main" id="{8404B455-A4B1-4725-87BC-1B190CC726F0}"/>
                  </a:ext>
                </a:extLst>
              </p:cNvPr>
              <p:cNvSpPr/>
              <p:nvPr/>
            </p:nvSpPr>
            <p:spPr>
              <a:xfrm rot="10800000" flipH="1" flipV="1">
                <a:off x="357726" y="2018145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任意多边形: 形状 113">
                <a:extLst>
                  <a:ext uri="{FF2B5EF4-FFF2-40B4-BE49-F238E27FC236}">
                    <a16:creationId xmlns:a16="http://schemas.microsoft.com/office/drawing/2014/main" id="{99AC6A87-9DD4-4ADE-B32D-F11E2FDC5001}"/>
                  </a:ext>
                </a:extLst>
              </p:cNvPr>
              <p:cNvSpPr/>
              <p:nvPr/>
            </p:nvSpPr>
            <p:spPr>
              <a:xfrm rot="5400000" flipH="1" flipV="1">
                <a:off x="399103" y="511318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45" name="Picture 1">
            <a:extLst>
              <a:ext uri="{FF2B5EF4-FFF2-40B4-BE49-F238E27FC236}">
                <a16:creationId xmlns:a16="http://schemas.microsoft.com/office/drawing/2014/main" id="{1228680C-C754-4D96-BA66-3ED8A16BE2A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43677" y="978461"/>
            <a:ext cx="5759450" cy="2476500"/>
          </a:xfrm>
          <a:prstGeom prst="rect">
            <a:avLst/>
          </a:prstGeom>
        </p:spPr>
      </p:pic>
      <p:pic>
        <p:nvPicPr>
          <p:cNvPr id="47" name="Picture 2">
            <a:extLst>
              <a:ext uri="{FF2B5EF4-FFF2-40B4-BE49-F238E27FC236}">
                <a16:creationId xmlns:a16="http://schemas.microsoft.com/office/drawing/2014/main" id="{EF216C33-6C2D-4B11-8CE1-972478F5D6D9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303439" y="781835"/>
            <a:ext cx="3779520" cy="295275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2909E7D-248B-4552-B95F-341271BDAF9D}"/>
              </a:ext>
            </a:extLst>
          </p:cNvPr>
          <p:cNvSpPr txBox="1"/>
          <p:nvPr/>
        </p:nvSpPr>
        <p:spPr>
          <a:xfrm>
            <a:off x="9988848" y="2729821"/>
            <a:ext cx="2203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800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阻力极曲线</a:t>
            </a:r>
            <a:r>
              <a:rPr lang="en-US" altLang="zh-CN" sz="1800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CL–CD</a:t>
            </a:r>
            <a:endParaRPr lang="zh-CN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0064F62-E009-4726-ADCF-C2D166911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421096"/>
              </p:ext>
            </p:extLst>
          </p:nvPr>
        </p:nvGraphicFramePr>
        <p:xfrm>
          <a:off x="542138" y="3921357"/>
          <a:ext cx="4966970" cy="1176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5990">
                  <a:extLst>
                    <a:ext uri="{9D8B030D-6E8A-4147-A177-3AD203B41FA5}">
                      <a16:colId xmlns:a16="http://schemas.microsoft.com/office/drawing/2014/main" val="2514316960"/>
                    </a:ext>
                  </a:extLst>
                </a:gridCol>
                <a:gridCol w="1007745">
                  <a:extLst>
                    <a:ext uri="{9D8B030D-6E8A-4147-A177-3AD203B41FA5}">
                      <a16:colId xmlns:a16="http://schemas.microsoft.com/office/drawing/2014/main" val="96031778"/>
                    </a:ext>
                  </a:extLst>
                </a:gridCol>
                <a:gridCol w="1007745">
                  <a:extLst>
                    <a:ext uri="{9D8B030D-6E8A-4147-A177-3AD203B41FA5}">
                      <a16:colId xmlns:a16="http://schemas.microsoft.com/office/drawing/2014/main" val="3672602465"/>
                    </a:ext>
                  </a:extLst>
                </a:gridCol>
                <a:gridCol w="1007745">
                  <a:extLst>
                    <a:ext uri="{9D8B030D-6E8A-4147-A177-3AD203B41FA5}">
                      <a16:colId xmlns:a16="http://schemas.microsoft.com/office/drawing/2014/main" val="2783335707"/>
                    </a:ext>
                  </a:extLst>
                </a:gridCol>
                <a:gridCol w="1007745">
                  <a:extLst>
                    <a:ext uri="{9D8B030D-6E8A-4147-A177-3AD203B41FA5}">
                      <a16:colId xmlns:a16="http://schemas.microsoft.com/office/drawing/2014/main" val="208927784"/>
                    </a:ext>
                  </a:extLst>
                </a:gridCol>
              </a:tblGrid>
              <a:tr h="2353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α (°)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CL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CDi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CD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L/D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1363920"/>
                  </a:ext>
                </a:extLst>
              </a:tr>
              <a:tr h="23538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 dirty="0">
                          <a:effectLst/>
                        </a:rPr>
                        <a:t>−4</a:t>
                      </a:r>
                      <a:endParaRPr lang="zh-C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0.18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0.0012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0.0137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13.0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8148893"/>
                  </a:ext>
                </a:extLst>
              </a:tr>
              <a:tr h="23538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0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0.53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0.0106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0.0231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22.9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5471306"/>
                  </a:ext>
                </a:extLst>
              </a:tr>
              <a:tr h="23538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4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0.88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0.0294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0.0419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21.0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7707519"/>
                  </a:ext>
                </a:extLst>
              </a:tr>
              <a:tr h="23538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8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1.23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0.0576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>
                          <a:effectLst/>
                        </a:rPr>
                        <a:t>0.0701</a:t>
                      </a:r>
                      <a:endParaRPr lang="zh-C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950" dirty="0">
                          <a:effectLst/>
                        </a:rPr>
                        <a:t>17.5</a:t>
                      </a:r>
                      <a:endParaRPr lang="zh-C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7060598"/>
                  </a:ext>
                </a:extLst>
              </a:tr>
            </a:tbl>
          </a:graphicData>
        </a:graphic>
      </p:graphicFrame>
      <p:pic>
        <p:nvPicPr>
          <p:cNvPr id="50" name="Picture 3">
            <a:extLst>
              <a:ext uri="{FF2B5EF4-FFF2-40B4-BE49-F238E27FC236}">
                <a16:creationId xmlns:a16="http://schemas.microsoft.com/office/drawing/2014/main" id="{28BC3F5A-5400-41B1-B070-6948895FC687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6008072" y="3691808"/>
            <a:ext cx="5219700" cy="301561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B179800-E8B4-47D9-B67B-3C20AC9646D6}"/>
              </a:ext>
            </a:extLst>
          </p:cNvPr>
          <p:cNvSpPr txBox="1"/>
          <p:nvPr/>
        </p:nvSpPr>
        <p:spPr>
          <a:xfrm>
            <a:off x="4737698" y="5651101"/>
            <a:ext cx="1190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800" b="1" dirty="0">
                <a:solidFill>
                  <a:srgbClr val="1F4E79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展向载荷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959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5">
            <a:extLst>
              <a:ext uri="{FF2B5EF4-FFF2-40B4-BE49-F238E27FC236}">
                <a16:creationId xmlns:a16="http://schemas.microsoft.com/office/drawing/2014/main" id="{0C6F140D-A7CF-40E0-B5A0-CAF70871709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432550" y="1228964"/>
            <a:ext cx="5759450" cy="3366770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0292898" y="-1710168"/>
            <a:ext cx="3313865" cy="3313865"/>
            <a:chOff x="0" y="0"/>
            <a:chExt cx="1708150" cy="170815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1708150" cy="1708150"/>
            </a:xfrm>
            <a:custGeom>
              <a:avLst/>
              <a:gdLst/>
              <a:ahLst/>
              <a:cxnLst/>
              <a:rect l="l" t="t" r="r" b="b"/>
              <a:pathLst>
                <a:path w="1708150" h="1708150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-793950" y="5835767"/>
            <a:ext cx="2232801" cy="2232801"/>
            <a:chOff x="0" y="0"/>
            <a:chExt cx="1708150" cy="170815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1708150" cy="1708150"/>
            </a:xfrm>
            <a:custGeom>
              <a:avLst/>
              <a:gdLst/>
              <a:ahLst/>
              <a:cxnLst/>
              <a:rect l="l" t="t" r="r" b="b"/>
              <a:pathLst>
                <a:path w="1708150" h="1708150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grpFill/>
          </p:spPr>
        </p:sp>
      </p:grp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B7E81DD1-C622-41B6-A5EA-5252D855A4BC}"/>
              </a:ext>
            </a:extLst>
          </p:cNvPr>
          <p:cNvCxnSpPr>
            <a:cxnSpLocks/>
          </p:cNvCxnSpPr>
          <p:nvPr/>
        </p:nvCxnSpPr>
        <p:spPr>
          <a:xfrm>
            <a:off x="12192000" y="6858000"/>
            <a:ext cx="848002" cy="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EEC1DBBF-D73B-47C1-99FE-B537D4F26DED}"/>
              </a:ext>
            </a:extLst>
          </p:cNvPr>
          <p:cNvSpPr txBox="1"/>
          <p:nvPr/>
        </p:nvSpPr>
        <p:spPr>
          <a:xfrm>
            <a:off x="542138" y="218394"/>
            <a:ext cx="6078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</a:t>
            </a:r>
            <a:r>
              <a:rPr lang="zh-CN" altLang="en-US" sz="28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仿真分析 </a:t>
            </a:r>
            <a:r>
              <a:rPr lang="en-US" altLang="zh-CN" sz="2800" b="1" dirty="0">
                <a:solidFill>
                  <a:srgbClr val="003F8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–</a:t>
            </a:r>
            <a:r>
              <a:rPr lang="en-US" altLang="zh-CN" sz="28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气动仿真</a:t>
            </a:r>
            <a:endParaRPr lang="zh-CN" altLang="en-US" sz="2800" b="1" dirty="0">
              <a:solidFill>
                <a:srgbClr val="003F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7644CCD9-73DC-4873-BB2B-DEE3C815E5CF}"/>
              </a:ext>
            </a:extLst>
          </p:cNvPr>
          <p:cNvGrpSpPr/>
          <p:nvPr/>
        </p:nvGrpSpPr>
        <p:grpSpPr>
          <a:xfrm>
            <a:off x="0" y="-2932"/>
            <a:ext cx="517646" cy="981393"/>
            <a:chOff x="0" y="111538"/>
            <a:chExt cx="899042" cy="1704473"/>
          </a:xfrm>
        </p:grpSpPr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30FC83B0-D5C4-4F4B-B9FD-1E2512A4AE34}"/>
                </a:ext>
              </a:extLst>
            </p:cNvPr>
            <p:cNvSpPr/>
            <p:nvPr/>
          </p:nvSpPr>
          <p:spPr>
            <a:xfrm>
              <a:off x="778917" y="885854"/>
              <a:ext cx="120125" cy="120125"/>
            </a:xfrm>
            <a:prstGeom prst="ellipse">
              <a:avLst/>
            </a:prstGeom>
            <a:solidFill>
              <a:srgbClr val="003F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B2615476-892D-4765-A5CA-880FE1E03769}"/>
                </a:ext>
              </a:extLst>
            </p:cNvPr>
            <p:cNvGrpSpPr/>
            <p:nvPr/>
          </p:nvGrpSpPr>
          <p:grpSpPr>
            <a:xfrm>
              <a:off x="0" y="111538"/>
              <a:ext cx="875360" cy="1704473"/>
              <a:chOff x="357726" y="552695"/>
              <a:chExt cx="1547190" cy="3012640"/>
            </a:xfrm>
            <a:solidFill>
              <a:srgbClr val="003F89"/>
            </a:solidFill>
          </p:grpSpPr>
          <p:sp>
            <p:nvSpPr>
              <p:cNvPr id="113" name="任意多边形: 形状 112">
                <a:extLst>
                  <a:ext uri="{FF2B5EF4-FFF2-40B4-BE49-F238E27FC236}">
                    <a16:creationId xmlns:a16="http://schemas.microsoft.com/office/drawing/2014/main" id="{8404B455-A4B1-4725-87BC-1B190CC726F0}"/>
                  </a:ext>
                </a:extLst>
              </p:cNvPr>
              <p:cNvSpPr/>
              <p:nvPr/>
            </p:nvSpPr>
            <p:spPr>
              <a:xfrm rot="10800000" flipH="1" flipV="1">
                <a:off x="357726" y="2018145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任意多边形: 形状 113">
                <a:extLst>
                  <a:ext uri="{FF2B5EF4-FFF2-40B4-BE49-F238E27FC236}">
                    <a16:creationId xmlns:a16="http://schemas.microsoft.com/office/drawing/2014/main" id="{99AC6A87-9DD4-4ADE-B32D-F11E2FDC5001}"/>
                  </a:ext>
                </a:extLst>
              </p:cNvPr>
              <p:cNvSpPr/>
              <p:nvPr/>
            </p:nvSpPr>
            <p:spPr>
              <a:xfrm rot="5400000" flipH="1" flipV="1">
                <a:off x="399103" y="511318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03B984B8-BFE3-4EB4-9504-C6607CB3349B}"/>
              </a:ext>
            </a:extLst>
          </p:cNvPr>
          <p:cNvSpPr txBox="1"/>
          <p:nvPr/>
        </p:nvSpPr>
        <p:spPr>
          <a:xfrm>
            <a:off x="5304338" y="289455"/>
            <a:ext cx="2160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800" b="1" dirty="0">
                <a:solidFill>
                  <a:srgbClr val="1F4E79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表面压力云图</a:t>
            </a:r>
            <a:endParaRPr lang="zh-CN" altLang="en-US" dirty="0"/>
          </a:p>
        </p:txBody>
      </p:sp>
      <p:pic>
        <p:nvPicPr>
          <p:cNvPr id="46" name="Picture 4">
            <a:extLst>
              <a:ext uri="{FF2B5EF4-FFF2-40B4-BE49-F238E27FC236}">
                <a16:creationId xmlns:a16="http://schemas.microsoft.com/office/drawing/2014/main" id="{1B0C193F-AC04-410E-A2B8-67B53D9DD17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9560" y="837617"/>
            <a:ext cx="5759450" cy="3455670"/>
          </a:xfrm>
          <a:prstGeom prst="rect">
            <a:avLst/>
          </a:prstGeom>
        </p:spPr>
      </p:pic>
      <p:pic>
        <p:nvPicPr>
          <p:cNvPr id="48" name="Picture 6">
            <a:extLst>
              <a:ext uri="{FF2B5EF4-FFF2-40B4-BE49-F238E27FC236}">
                <a16:creationId xmlns:a16="http://schemas.microsoft.com/office/drawing/2014/main" id="{5E862B57-712A-4F1B-BF14-C64CBE057E7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432550" y="3945651"/>
            <a:ext cx="5759450" cy="336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78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1">
            <a:extLst>
              <a:ext uri="{FF2B5EF4-FFF2-40B4-BE49-F238E27FC236}">
                <a16:creationId xmlns:a16="http://schemas.microsoft.com/office/drawing/2014/main" id="{670845B5-D74C-4936-B234-3CF5F4B2900C}"/>
              </a:ext>
            </a:extLst>
          </p:cNvPr>
          <p:cNvGrpSpPr/>
          <p:nvPr>
            <p:custDataLst>
              <p:tags r:id="rId1"/>
            </p:custDataLst>
          </p:nvPr>
        </p:nvGrpSpPr>
        <p:grpSpPr bwMode="auto">
          <a:xfrm>
            <a:off x="798187" y="2429132"/>
            <a:ext cx="2649893" cy="2649893"/>
            <a:chOff x="0" y="0"/>
            <a:chExt cx="1232" cy="1232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D51F45B8-D116-4221-8773-F3D2BCEA3E2B}"/>
                </a:ext>
              </a:extLst>
            </p:cNvPr>
            <p:cNvSpPr>
              <a:spLocks noEditPoints="1"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32" y="432"/>
              <a:ext cx="368" cy="368"/>
            </a:xfrm>
            <a:custGeom>
              <a:avLst/>
              <a:gdLst>
                <a:gd name="T0" fmla="*/ 0 w 368"/>
                <a:gd name="T1" fmla="*/ 184 h 368"/>
                <a:gd name="T2" fmla="*/ 4 w 368"/>
                <a:gd name="T3" fmla="*/ 222 h 368"/>
                <a:gd name="T4" fmla="*/ 14 w 368"/>
                <a:gd name="T5" fmla="*/ 256 h 368"/>
                <a:gd name="T6" fmla="*/ 32 w 368"/>
                <a:gd name="T7" fmla="*/ 286 h 368"/>
                <a:gd name="T8" fmla="*/ 54 w 368"/>
                <a:gd name="T9" fmla="*/ 314 h 368"/>
                <a:gd name="T10" fmla="*/ 82 w 368"/>
                <a:gd name="T11" fmla="*/ 336 h 368"/>
                <a:gd name="T12" fmla="*/ 112 w 368"/>
                <a:gd name="T13" fmla="*/ 354 h 368"/>
                <a:gd name="T14" fmla="*/ 146 w 368"/>
                <a:gd name="T15" fmla="*/ 364 h 368"/>
                <a:gd name="T16" fmla="*/ 184 w 368"/>
                <a:gd name="T17" fmla="*/ 368 h 368"/>
                <a:gd name="T18" fmla="*/ 222 w 368"/>
                <a:gd name="T19" fmla="*/ 364 h 368"/>
                <a:gd name="T20" fmla="*/ 256 w 368"/>
                <a:gd name="T21" fmla="*/ 354 h 368"/>
                <a:gd name="T22" fmla="*/ 286 w 368"/>
                <a:gd name="T23" fmla="*/ 336 h 368"/>
                <a:gd name="T24" fmla="*/ 314 w 368"/>
                <a:gd name="T25" fmla="*/ 314 h 368"/>
                <a:gd name="T26" fmla="*/ 336 w 368"/>
                <a:gd name="T27" fmla="*/ 286 h 368"/>
                <a:gd name="T28" fmla="*/ 354 w 368"/>
                <a:gd name="T29" fmla="*/ 256 h 368"/>
                <a:gd name="T30" fmla="*/ 364 w 368"/>
                <a:gd name="T31" fmla="*/ 222 h 368"/>
                <a:gd name="T32" fmla="*/ 368 w 368"/>
                <a:gd name="T33" fmla="*/ 184 h 368"/>
                <a:gd name="T34" fmla="*/ 364 w 368"/>
                <a:gd name="T35" fmla="*/ 146 h 368"/>
                <a:gd name="T36" fmla="*/ 354 w 368"/>
                <a:gd name="T37" fmla="*/ 112 h 368"/>
                <a:gd name="T38" fmla="*/ 336 w 368"/>
                <a:gd name="T39" fmla="*/ 82 h 368"/>
                <a:gd name="T40" fmla="*/ 314 w 368"/>
                <a:gd name="T41" fmla="*/ 54 h 368"/>
                <a:gd name="T42" fmla="*/ 286 w 368"/>
                <a:gd name="T43" fmla="*/ 32 h 368"/>
                <a:gd name="T44" fmla="*/ 256 w 368"/>
                <a:gd name="T45" fmla="*/ 14 h 368"/>
                <a:gd name="T46" fmla="*/ 222 w 368"/>
                <a:gd name="T47" fmla="*/ 4 h 368"/>
                <a:gd name="T48" fmla="*/ 184 w 368"/>
                <a:gd name="T49" fmla="*/ 0 h 368"/>
                <a:gd name="T50" fmla="*/ 146 w 368"/>
                <a:gd name="T51" fmla="*/ 4 h 368"/>
                <a:gd name="T52" fmla="*/ 112 w 368"/>
                <a:gd name="T53" fmla="*/ 14 h 368"/>
                <a:gd name="T54" fmla="*/ 82 w 368"/>
                <a:gd name="T55" fmla="*/ 32 h 368"/>
                <a:gd name="T56" fmla="*/ 54 w 368"/>
                <a:gd name="T57" fmla="*/ 54 h 368"/>
                <a:gd name="T58" fmla="*/ 32 w 368"/>
                <a:gd name="T59" fmla="*/ 82 h 368"/>
                <a:gd name="T60" fmla="*/ 14 w 368"/>
                <a:gd name="T61" fmla="*/ 112 h 368"/>
                <a:gd name="T62" fmla="*/ 4 w 368"/>
                <a:gd name="T63" fmla="*/ 146 h 368"/>
                <a:gd name="T64" fmla="*/ 0 w 368"/>
                <a:gd name="T65" fmla="*/ 184 h 368"/>
                <a:gd name="T66" fmla="*/ 80 w 368"/>
                <a:gd name="T67" fmla="*/ 184 h 368"/>
                <a:gd name="T68" fmla="*/ 88 w 368"/>
                <a:gd name="T69" fmla="*/ 144 h 368"/>
                <a:gd name="T70" fmla="*/ 110 w 368"/>
                <a:gd name="T71" fmla="*/ 110 h 368"/>
                <a:gd name="T72" fmla="*/ 144 w 368"/>
                <a:gd name="T73" fmla="*/ 88 h 368"/>
                <a:gd name="T74" fmla="*/ 184 w 368"/>
                <a:gd name="T75" fmla="*/ 80 h 368"/>
                <a:gd name="T76" fmla="*/ 224 w 368"/>
                <a:gd name="T77" fmla="*/ 88 h 368"/>
                <a:gd name="T78" fmla="*/ 258 w 368"/>
                <a:gd name="T79" fmla="*/ 110 h 368"/>
                <a:gd name="T80" fmla="*/ 280 w 368"/>
                <a:gd name="T81" fmla="*/ 144 h 368"/>
                <a:gd name="T82" fmla="*/ 288 w 368"/>
                <a:gd name="T83" fmla="*/ 184 h 368"/>
                <a:gd name="T84" fmla="*/ 280 w 368"/>
                <a:gd name="T85" fmla="*/ 224 h 368"/>
                <a:gd name="T86" fmla="*/ 258 w 368"/>
                <a:gd name="T87" fmla="*/ 258 h 368"/>
                <a:gd name="T88" fmla="*/ 224 w 368"/>
                <a:gd name="T89" fmla="*/ 280 h 368"/>
                <a:gd name="T90" fmla="*/ 184 w 368"/>
                <a:gd name="T91" fmla="*/ 288 h 368"/>
                <a:gd name="T92" fmla="*/ 144 w 368"/>
                <a:gd name="T93" fmla="*/ 280 h 368"/>
                <a:gd name="T94" fmla="*/ 110 w 368"/>
                <a:gd name="T95" fmla="*/ 258 h 368"/>
                <a:gd name="T96" fmla="*/ 88 w 368"/>
                <a:gd name="T97" fmla="*/ 224 h 368"/>
                <a:gd name="T98" fmla="*/ 80 w 368"/>
                <a:gd name="T99" fmla="*/ 184 h 36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68"/>
                <a:gd name="T151" fmla="*/ 0 h 368"/>
                <a:gd name="T152" fmla="*/ 368 w 368"/>
                <a:gd name="T153" fmla="*/ 368 h 368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68" h="368">
                  <a:moveTo>
                    <a:pt x="0" y="184"/>
                  </a:moveTo>
                  <a:lnTo>
                    <a:pt x="0" y="184"/>
                  </a:lnTo>
                  <a:lnTo>
                    <a:pt x="0" y="202"/>
                  </a:lnTo>
                  <a:lnTo>
                    <a:pt x="4" y="222"/>
                  </a:lnTo>
                  <a:lnTo>
                    <a:pt x="8" y="238"/>
                  </a:lnTo>
                  <a:lnTo>
                    <a:pt x="14" y="256"/>
                  </a:lnTo>
                  <a:lnTo>
                    <a:pt x="22" y="272"/>
                  </a:lnTo>
                  <a:lnTo>
                    <a:pt x="32" y="286"/>
                  </a:lnTo>
                  <a:lnTo>
                    <a:pt x="42" y="300"/>
                  </a:lnTo>
                  <a:lnTo>
                    <a:pt x="54" y="314"/>
                  </a:lnTo>
                  <a:lnTo>
                    <a:pt x="68" y="326"/>
                  </a:lnTo>
                  <a:lnTo>
                    <a:pt x="82" y="336"/>
                  </a:lnTo>
                  <a:lnTo>
                    <a:pt x="96" y="346"/>
                  </a:lnTo>
                  <a:lnTo>
                    <a:pt x="112" y="354"/>
                  </a:lnTo>
                  <a:lnTo>
                    <a:pt x="130" y="360"/>
                  </a:lnTo>
                  <a:lnTo>
                    <a:pt x="146" y="364"/>
                  </a:lnTo>
                  <a:lnTo>
                    <a:pt x="166" y="368"/>
                  </a:lnTo>
                  <a:lnTo>
                    <a:pt x="184" y="368"/>
                  </a:lnTo>
                  <a:lnTo>
                    <a:pt x="202" y="368"/>
                  </a:lnTo>
                  <a:lnTo>
                    <a:pt x="222" y="364"/>
                  </a:lnTo>
                  <a:lnTo>
                    <a:pt x="238" y="360"/>
                  </a:lnTo>
                  <a:lnTo>
                    <a:pt x="256" y="354"/>
                  </a:lnTo>
                  <a:lnTo>
                    <a:pt x="272" y="346"/>
                  </a:lnTo>
                  <a:lnTo>
                    <a:pt x="286" y="336"/>
                  </a:lnTo>
                  <a:lnTo>
                    <a:pt x="300" y="326"/>
                  </a:lnTo>
                  <a:lnTo>
                    <a:pt x="314" y="314"/>
                  </a:lnTo>
                  <a:lnTo>
                    <a:pt x="326" y="300"/>
                  </a:lnTo>
                  <a:lnTo>
                    <a:pt x="336" y="286"/>
                  </a:lnTo>
                  <a:lnTo>
                    <a:pt x="346" y="272"/>
                  </a:lnTo>
                  <a:lnTo>
                    <a:pt x="354" y="256"/>
                  </a:lnTo>
                  <a:lnTo>
                    <a:pt x="360" y="238"/>
                  </a:lnTo>
                  <a:lnTo>
                    <a:pt x="364" y="222"/>
                  </a:lnTo>
                  <a:lnTo>
                    <a:pt x="368" y="202"/>
                  </a:lnTo>
                  <a:lnTo>
                    <a:pt x="368" y="184"/>
                  </a:lnTo>
                  <a:lnTo>
                    <a:pt x="368" y="166"/>
                  </a:lnTo>
                  <a:lnTo>
                    <a:pt x="364" y="146"/>
                  </a:lnTo>
                  <a:lnTo>
                    <a:pt x="360" y="130"/>
                  </a:lnTo>
                  <a:lnTo>
                    <a:pt x="354" y="112"/>
                  </a:lnTo>
                  <a:lnTo>
                    <a:pt x="346" y="96"/>
                  </a:lnTo>
                  <a:lnTo>
                    <a:pt x="336" y="82"/>
                  </a:lnTo>
                  <a:lnTo>
                    <a:pt x="326" y="68"/>
                  </a:lnTo>
                  <a:lnTo>
                    <a:pt x="314" y="54"/>
                  </a:lnTo>
                  <a:lnTo>
                    <a:pt x="300" y="42"/>
                  </a:lnTo>
                  <a:lnTo>
                    <a:pt x="286" y="32"/>
                  </a:lnTo>
                  <a:lnTo>
                    <a:pt x="272" y="22"/>
                  </a:lnTo>
                  <a:lnTo>
                    <a:pt x="256" y="14"/>
                  </a:lnTo>
                  <a:lnTo>
                    <a:pt x="238" y="8"/>
                  </a:lnTo>
                  <a:lnTo>
                    <a:pt x="222" y="4"/>
                  </a:lnTo>
                  <a:lnTo>
                    <a:pt x="202" y="0"/>
                  </a:lnTo>
                  <a:lnTo>
                    <a:pt x="184" y="0"/>
                  </a:lnTo>
                  <a:lnTo>
                    <a:pt x="166" y="0"/>
                  </a:lnTo>
                  <a:lnTo>
                    <a:pt x="146" y="4"/>
                  </a:lnTo>
                  <a:lnTo>
                    <a:pt x="130" y="8"/>
                  </a:lnTo>
                  <a:lnTo>
                    <a:pt x="112" y="14"/>
                  </a:lnTo>
                  <a:lnTo>
                    <a:pt x="96" y="22"/>
                  </a:lnTo>
                  <a:lnTo>
                    <a:pt x="82" y="32"/>
                  </a:lnTo>
                  <a:lnTo>
                    <a:pt x="68" y="42"/>
                  </a:lnTo>
                  <a:lnTo>
                    <a:pt x="54" y="54"/>
                  </a:lnTo>
                  <a:lnTo>
                    <a:pt x="42" y="68"/>
                  </a:lnTo>
                  <a:lnTo>
                    <a:pt x="32" y="82"/>
                  </a:lnTo>
                  <a:lnTo>
                    <a:pt x="22" y="96"/>
                  </a:lnTo>
                  <a:lnTo>
                    <a:pt x="14" y="112"/>
                  </a:lnTo>
                  <a:lnTo>
                    <a:pt x="8" y="130"/>
                  </a:lnTo>
                  <a:lnTo>
                    <a:pt x="4" y="146"/>
                  </a:lnTo>
                  <a:lnTo>
                    <a:pt x="0" y="166"/>
                  </a:lnTo>
                  <a:lnTo>
                    <a:pt x="0" y="184"/>
                  </a:lnTo>
                  <a:close/>
                  <a:moveTo>
                    <a:pt x="80" y="184"/>
                  </a:moveTo>
                  <a:lnTo>
                    <a:pt x="80" y="184"/>
                  </a:lnTo>
                  <a:lnTo>
                    <a:pt x="82" y="164"/>
                  </a:lnTo>
                  <a:lnTo>
                    <a:pt x="88" y="144"/>
                  </a:lnTo>
                  <a:lnTo>
                    <a:pt x="98" y="126"/>
                  </a:lnTo>
                  <a:lnTo>
                    <a:pt x="110" y="110"/>
                  </a:lnTo>
                  <a:lnTo>
                    <a:pt x="126" y="98"/>
                  </a:lnTo>
                  <a:lnTo>
                    <a:pt x="144" y="88"/>
                  </a:lnTo>
                  <a:lnTo>
                    <a:pt x="164" y="82"/>
                  </a:lnTo>
                  <a:lnTo>
                    <a:pt x="184" y="80"/>
                  </a:lnTo>
                  <a:lnTo>
                    <a:pt x="204" y="82"/>
                  </a:lnTo>
                  <a:lnTo>
                    <a:pt x="224" y="88"/>
                  </a:lnTo>
                  <a:lnTo>
                    <a:pt x="242" y="98"/>
                  </a:lnTo>
                  <a:lnTo>
                    <a:pt x="258" y="110"/>
                  </a:lnTo>
                  <a:lnTo>
                    <a:pt x="270" y="126"/>
                  </a:lnTo>
                  <a:lnTo>
                    <a:pt x="280" y="144"/>
                  </a:lnTo>
                  <a:lnTo>
                    <a:pt x="286" y="164"/>
                  </a:lnTo>
                  <a:lnTo>
                    <a:pt x="288" y="184"/>
                  </a:lnTo>
                  <a:lnTo>
                    <a:pt x="286" y="204"/>
                  </a:lnTo>
                  <a:lnTo>
                    <a:pt x="280" y="224"/>
                  </a:lnTo>
                  <a:lnTo>
                    <a:pt x="270" y="242"/>
                  </a:lnTo>
                  <a:lnTo>
                    <a:pt x="258" y="258"/>
                  </a:lnTo>
                  <a:lnTo>
                    <a:pt x="242" y="270"/>
                  </a:lnTo>
                  <a:lnTo>
                    <a:pt x="224" y="280"/>
                  </a:lnTo>
                  <a:lnTo>
                    <a:pt x="204" y="286"/>
                  </a:lnTo>
                  <a:lnTo>
                    <a:pt x="184" y="288"/>
                  </a:lnTo>
                  <a:lnTo>
                    <a:pt x="164" y="286"/>
                  </a:lnTo>
                  <a:lnTo>
                    <a:pt x="144" y="280"/>
                  </a:lnTo>
                  <a:lnTo>
                    <a:pt x="126" y="270"/>
                  </a:lnTo>
                  <a:lnTo>
                    <a:pt x="110" y="258"/>
                  </a:lnTo>
                  <a:lnTo>
                    <a:pt x="98" y="242"/>
                  </a:lnTo>
                  <a:lnTo>
                    <a:pt x="88" y="224"/>
                  </a:lnTo>
                  <a:lnTo>
                    <a:pt x="82" y="204"/>
                  </a:lnTo>
                  <a:lnTo>
                    <a:pt x="80" y="184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A4F47384-FEBD-4405-A9E6-32CE4678AD58}"/>
                </a:ext>
              </a:extLst>
            </p:cNvPr>
            <p:cNvSpPr>
              <a:spLocks noEditPoints="1"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88" y="288"/>
              <a:ext cx="656" cy="656"/>
            </a:xfrm>
            <a:custGeom>
              <a:avLst/>
              <a:gdLst>
                <a:gd name="T0" fmla="*/ 2 w 656"/>
                <a:gd name="T1" fmla="*/ 362 h 656"/>
                <a:gd name="T2" fmla="*/ 26 w 656"/>
                <a:gd name="T3" fmla="*/ 456 h 656"/>
                <a:gd name="T4" fmla="*/ 74 w 656"/>
                <a:gd name="T5" fmla="*/ 536 h 656"/>
                <a:gd name="T6" fmla="*/ 144 w 656"/>
                <a:gd name="T7" fmla="*/ 600 h 656"/>
                <a:gd name="T8" fmla="*/ 230 w 656"/>
                <a:gd name="T9" fmla="*/ 642 h 656"/>
                <a:gd name="T10" fmla="*/ 328 w 656"/>
                <a:gd name="T11" fmla="*/ 656 h 656"/>
                <a:gd name="T12" fmla="*/ 426 w 656"/>
                <a:gd name="T13" fmla="*/ 642 h 656"/>
                <a:gd name="T14" fmla="*/ 512 w 656"/>
                <a:gd name="T15" fmla="*/ 600 h 656"/>
                <a:gd name="T16" fmla="*/ 582 w 656"/>
                <a:gd name="T17" fmla="*/ 536 h 656"/>
                <a:gd name="T18" fmla="*/ 630 w 656"/>
                <a:gd name="T19" fmla="*/ 456 h 656"/>
                <a:gd name="T20" fmla="*/ 654 w 656"/>
                <a:gd name="T21" fmla="*/ 362 h 656"/>
                <a:gd name="T22" fmla="*/ 650 w 656"/>
                <a:gd name="T23" fmla="*/ 262 h 656"/>
                <a:gd name="T24" fmla="*/ 616 w 656"/>
                <a:gd name="T25" fmla="*/ 172 h 656"/>
                <a:gd name="T26" fmla="*/ 560 w 656"/>
                <a:gd name="T27" fmla="*/ 96 h 656"/>
                <a:gd name="T28" fmla="*/ 484 w 656"/>
                <a:gd name="T29" fmla="*/ 40 h 656"/>
                <a:gd name="T30" fmla="*/ 394 w 656"/>
                <a:gd name="T31" fmla="*/ 6 h 656"/>
                <a:gd name="T32" fmla="*/ 294 w 656"/>
                <a:gd name="T33" fmla="*/ 2 h 656"/>
                <a:gd name="T34" fmla="*/ 200 w 656"/>
                <a:gd name="T35" fmla="*/ 26 h 656"/>
                <a:gd name="T36" fmla="*/ 120 w 656"/>
                <a:gd name="T37" fmla="*/ 74 h 656"/>
                <a:gd name="T38" fmla="*/ 56 w 656"/>
                <a:gd name="T39" fmla="*/ 144 h 656"/>
                <a:gd name="T40" fmla="*/ 14 w 656"/>
                <a:gd name="T41" fmla="*/ 230 h 656"/>
                <a:gd name="T42" fmla="*/ 0 w 656"/>
                <a:gd name="T43" fmla="*/ 328 h 656"/>
                <a:gd name="T44" fmla="*/ 82 w 656"/>
                <a:gd name="T45" fmla="*/ 302 h 656"/>
                <a:gd name="T46" fmla="*/ 100 w 656"/>
                <a:gd name="T47" fmla="*/ 232 h 656"/>
                <a:gd name="T48" fmla="*/ 136 w 656"/>
                <a:gd name="T49" fmla="*/ 170 h 656"/>
                <a:gd name="T50" fmla="*/ 190 w 656"/>
                <a:gd name="T51" fmla="*/ 122 h 656"/>
                <a:gd name="T52" fmla="*/ 254 w 656"/>
                <a:gd name="T53" fmla="*/ 92 h 656"/>
                <a:gd name="T54" fmla="*/ 328 w 656"/>
                <a:gd name="T55" fmla="*/ 80 h 656"/>
                <a:gd name="T56" fmla="*/ 402 w 656"/>
                <a:gd name="T57" fmla="*/ 92 h 656"/>
                <a:gd name="T58" fmla="*/ 466 w 656"/>
                <a:gd name="T59" fmla="*/ 122 h 656"/>
                <a:gd name="T60" fmla="*/ 520 w 656"/>
                <a:gd name="T61" fmla="*/ 170 h 656"/>
                <a:gd name="T62" fmla="*/ 556 w 656"/>
                <a:gd name="T63" fmla="*/ 232 h 656"/>
                <a:gd name="T64" fmla="*/ 574 w 656"/>
                <a:gd name="T65" fmla="*/ 302 h 656"/>
                <a:gd name="T66" fmla="*/ 570 w 656"/>
                <a:gd name="T67" fmla="*/ 378 h 656"/>
                <a:gd name="T68" fmla="*/ 546 w 656"/>
                <a:gd name="T69" fmla="*/ 446 h 656"/>
                <a:gd name="T70" fmla="*/ 504 w 656"/>
                <a:gd name="T71" fmla="*/ 504 h 656"/>
                <a:gd name="T72" fmla="*/ 446 w 656"/>
                <a:gd name="T73" fmla="*/ 546 h 656"/>
                <a:gd name="T74" fmla="*/ 378 w 656"/>
                <a:gd name="T75" fmla="*/ 570 h 656"/>
                <a:gd name="T76" fmla="*/ 302 w 656"/>
                <a:gd name="T77" fmla="*/ 574 h 656"/>
                <a:gd name="T78" fmla="*/ 232 w 656"/>
                <a:gd name="T79" fmla="*/ 556 h 656"/>
                <a:gd name="T80" fmla="*/ 170 w 656"/>
                <a:gd name="T81" fmla="*/ 520 h 656"/>
                <a:gd name="T82" fmla="*/ 122 w 656"/>
                <a:gd name="T83" fmla="*/ 466 h 656"/>
                <a:gd name="T84" fmla="*/ 92 w 656"/>
                <a:gd name="T85" fmla="*/ 402 h 656"/>
                <a:gd name="T86" fmla="*/ 80 w 656"/>
                <a:gd name="T87" fmla="*/ 328 h 65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56"/>
                <a:gd name="T133" fmla="*/ 0 h 656"/>
                <a:gd name="T134" fmla="*/ 656 w 656"/>
                <a:gd name="T135" fmla="*/ 656 h 65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56" h="656">
                  <a:moveTo>
                    <a:pt x="0" y="328"/>
                  </a:moveTo>
                  <a:lnTo>
                    <a:pt x="0" y="328"/>
                  </a:lnTo>
                  <a:lnTo>
                    <a:pt x="2" y="362"/>
                  </a:lnTo>
                  <a:lnTo>
                    <a:pt x="6" y="394"/>
                  </a:lnTo>
                  <a:lnTo>
                    <a:pt x="14" y="426"/>
                  </a:lnTo>
                  <a:lnTo>
                    <a:pt x="26" y="456"/>
                  </a:lnTo>
                  <a:lnTo>
                    <a:pt x="40" y="484"/>
                  </a:lnTo>
                  <a:lnTo>
                    <a:pt x="56" y="512"/>
                  </a:lnTo>
                  <a:lnTo>
                    <a:pt x="74" y="536"/>
                  </a:lnTo>
                  <a:lnTo>
                    <a:pt x="96" y="560"/>
                  </a:lnTo>
                  <a:lnTo>
                    <a:pt x="120" y="582"/>
                  </a:lnTo>
                  <a:lnTo>
                    <a:pt x="144" y="600"/>
                  </a:lnTo>
                  <a:lnTo>
                    <a:pt x="172" y="616"/>
                  </a:lnTo>
                  <a:lnTo>
                    <a:pt x="200" y="630"/>
                  </a:lnTo>
                  <a:lnTo>
                    <a:pt x="230" y="642"/>
                  </a:lnTo>
                  <a:lnTo>
                    <a:pt x="262" y="650"/>
                  </a:lnTo>
                  <a:lnTo>
                    <a:pt x="294" y="654"/>
                  </a:lnTo>
                  <a:lnTo>
                    <a:pt x="328" y="656"/>
                  </a:lnTo>
                  <a:lnTo>
                    <a:pt x="362" y="654"/>
                  </a:lnTo>
                  <a:lnTo>
                    <a:pt x="394" y="650"/>
                  </a:lnTo>
                  <a:lnTo>
                    <a:pt x="426" y="642"/>
                  </a:lnTo>
                  <a:lnTo>
                    <a:pt x="456" y="630"/>
                  </a:lnTo>
                  <a:lnTo>
                    <a:pt x="484" y="616"/>
                  </a:lnTo>
                  <a:lnTo>
                    <a:pt x="512" y="600"/>
                  </a:lnTo>
                  <a:lnTo>
                    <a:pt x="536" y="582"/>
                  </a:lnTo>
                  <a:lnTo>
                    <a:pt x="560" y="560"/>
                  </a:lnTo>
                  <a:lnTo>
                    <a:pt x="582" y="536"/>
                  </a:lnTo>
                  <a:lnTo>
                    <a:pt x="600" y="512"/>
                  </a:lnTo>
                  <a:lnTo>
                    <a:pt x="616" y="484"/>
                  </a:lnTo>
                  <a:lnTo>
                    <a:pt x="630" y="456"/>
                  </a:lnTo>
                  <a:lnTo>
                    <a:pt x="642" y="426"/>
                  </a:lnTo>
                  <a:lnTo>
                    <a:pt x="650" y="394"/>
                  </a:lnTo>
                  <a:lnTo>
                    <a:pt x="654" y="362"/>
                  </a:lnTo>
                  <a:lnTo>
                    <a:pt x="656" y="328"/>
                  </a:lnTo>
                  <a:lnTo>
                    <a:pt x="654" y="294"/>
                  </a:lnTo>
                  <a:lnTo>
                    <a:pt x="650" y="262"/>
                  </a:lnTo>
                  <a:lnTo>
                    <a:pt x="642" y="230"/>
                  </a:lnTo>
                  <a:lnTo>
                    <a:pt x="630" y="200"/>
                  </a:lnTo>
                  <a:lnTo>
                    <a:pt x="616" y="172"/>
                  </a:lnTo>
                  <a:lnTo>
                    <a:pt x="600" y="144"/>
                  </a:lnTo>
                  <a:lnTo>
                    <a:pt x="582" y="120"/>
                  </a:lnTo>
                  <a:lnTo>
                    <a:pt x="560" y="96"/>
                  </a:lnTo>
                  <a:lnTo>
                    <a:pt x="536" y="74"/>
                  </a:lnTo>
                  <a:lnTo>
                    <a:pt x="512" y="56"/>
                  </a:lnTo>
                  <a:lnTo>
                    <a:pt x="484" y="40"/>
                  </a:lnTo>
                  <a:lnTo>
                    <a:pt x="456" y="26"/>
                  </a:lnTo>
                  <a:lnTo>
                    <a:pt x="426" y="14"/>
                  </a:lnTo>
                  <a:lnTo>
                    <a:pt x="394" y="6"/>
                  </a:lnTo>
                  <a:lnTo>
                    <a:pt x="362" y="2"/>
                  </a:lnTo>
                  <a:lnTo>
                    <a:pt x="328" y="0"/>
                  </a:lnTo>
                  <a:lnTo>
                    <a:pt x="294" y="2"/>
                  </a:lnTo>
                  <a:lnTo>
                    <a:pt x="262" y="6"/>
                  </a:lnTo>
                  <a:lnTo>
                    <a:pt x="230" y="14"/>
                  </a:lnTo>
                  <a:lnTo>
                    <a:pt x="200" y="26"/>
                  </a:lnTo>
                  <a:lnTo>
                    <a:pt x="172" y="40"/>
                  </a:lnTo>
                  <a:lnTo>
                    <a:pt x="144" y="56"/>
                  </a:lnTo>
                  <a:lnTo>
                    <a:pt x="120" y="74"/>
                  </a:lnTo>
                  <a:lnTo>
                    <a:pt x="96" y="96"/>
                  </a:lnTo>
                  <a:lnTo>
                    <a:pt x="74" y="120"/>
                  </a:lnTo>
                  <a:lnTo>
                    <a:pt x="56" y="144"/>
                  </a:lnTo>
                  <a:lnTo>
                    <a:pt x="40" y="172"/>
                  </a:lnTo>
                  <a:lnTo>
                    <a:pt x="26" y="200"/>
                  </a:lnTo>
                  <a:lnTo>
                    <a:pt x="14" y="230"/>
                  </a:lnTo>
                  <a:lnTo>
                    <a:pt x="6" y="262"/>
                  </a:lnTo>
                  <a:lnTo>
                    <a:pt x="2" y="294"/>
                  </a:lnTo>
                  <a:lnTo>
                    <a:pt x="0" y="328"/>
                  </a:lnTo>
                  <a:close/>
                  <a:moveTo>
                    <a:pt x="80" y="328"/>
                  </a:moveTo>
                  <a:lnTo>
                    <a:pt x="80" y="328"/>
                  </a:lnTo>
                  <a:lnTo>
                    <a:pt x="82" y="302"/>
                  </a:lnTo>
                  <a:lnTo>
                    <a:pt x="86" y="278"/>
                  </a:lnTo>
                  <a:lnTo>
                    <a:pt x="92" y="254"/>
                  </a:lnTo>
                  <a:lnTo>
                    <a:pt x="100" y="232"/>
                  </a:lnTo>
                  <a:lnTo>
                    <a:pt x="110" y="210"/>
                  </a:lnTo>
                  <a:lnTo>
                    <a:pt x="122" y="190"/>
                  </a:lnTo>
                  <a:lnTo>
                    <a:pt x="136" y="170"/>
                  </a:lnTo>
                  <a:lnTo>
                    <a:pt x="152" y="152"/>
                  </a:lnTo>
                  <a:lnTo>
                    <a:pt x="170" y="136"/>
                  </a:lnTo>
                  <a:lnTo>
                    <a:pt x="190" y="122"/>
                  </a:lnTo>
                  <a:lnTo>
                    <a:pt x="210" y="110"/>
                  </a:lnTo>
                  <a:lnTo>
                    <a:pt x="232" y="100"/>
                  </a:lnTo>
                  <a:lnTo>
                    <a:pt x="254" y="92"/>
                  </a:lnTo>
                  <a:lnTo>
                    <a:pt x="278" y="86"/>
                  </a:lnTo>
                  <a:lnTo>
                    <a:pt x="302" y="82"/>
                  </a:lnTo>
                  <a:lnTo>
                    <a:pt x="328" y="80"/>
                  </a:lnTo>
                  <a:lnTo>
                    <a:pt x="354" y="82"/>
                  </a:lnTo>
                  <a:lnTo>
                    <a:pt x="378" y="86"/>
                  </a:lnTo>
                  <a:lnTo>
                    <a:pt x="402" y="92"/>
                  </a:lnTo>
                  <a:lnTo>
                    <a:pt x="424" y="100"/>
                  </a:lnTo>
                  <a:lnTo>
                    <a:pt x="446" y="110"/>
                  </a:lnTo>
                  <a:lnTo>
                    <a:pt x="466" y="122"/>
                  </a:lnTo>
                  <a:lnTo>
                    <a:pt x="486" y="136"/>
                  </a:lnTo>
                  <a:lnTo>
                    <a:pt x="504" y="152"/>
                  </a:lnTo>
                  <a:lnTo>
                    <a:pt x="520" y="170"/>
                  </a:lnTo>
                  <a:lnTo>
                    <a:pt x="534" y="190"/>
                  </a:lnTo>
                  <a:lnTo>
                    <a:pt x="546" y="210"/>
                  </a:lnTo>
                  <a:lnTo>
                    <a:pt x="556" y="232"/>
                  </a:lnTo>
                  <a:lnTo>
                    <a:pt x="564" y="254"/>
                  </a:lnTo>
                  <a:lnTo>
                    <a:pt x="570" y="278"/>
                  </a:lnTo>
                  <a:lnTo>
                    <a:pt x="574" y="302"/>
                  </a:lnTo>
                  <a:lnTo>
                    <a:pt x="576" y="328"/>
                  </a:lnTo>
                  <a:lnTo>
                    <a:pt x="574" y="354"/>
                  </a:lnTo>
                  <a:lnTo>
                    <a:pt x="570" y="378"/>
                  </a:lnTo>
                  <a:lnTo>
                    <a:pt x="564" y="402"/>
                  </a:lnTo>
                  <a:lnTo>
                    <a:pt x="556" y="424"/>
                  </a:lnTo>
                  <a:lnTo>
                    <a:pt x="546" y="446"/>
                  </a:lnTo>
                  <a:lnTo>
                    <a:pt x="534" y="466"/>
                  </a:lnTo>
                  <a:lnTo>
                    <a:pt x="520" y="486"/>
                  </a:lnTo>
                  <a:lnTo>
                    <a:pt x="504" y="504"/>
                  </a:lnTo>
                  <a:lnTo>
                    <a:pt x="486" y="520"/>
                  </a:lnTo>
                  <a:lnTo>
                    <a:pt x="466" y="534"/>
                  </a:lnTo>
                  <a:lnTo>
                    <a:pt x="446" y="546"/>
                  </a:lnTo>
                  <a:lnTo>
                    <a:pt x="424" y="556"/>
                  </a:lnTo>
                  <a:lnTo>
                    <a:pt x="402" y="564"/>
                  </a:lnTo>
                  <a:lnTo>
                    <a:pt x="378" y="570"/>
                  </a:lnTo>
                  <a:lnTo>
                    <a:pt x="354" y="574"/>
                  </a:lnTo>
                  <a:lnTo>
                    <a:pt x="328" y="576"/>
                  </a:lnTo>
                  <a:lnTo>
                    <a:pt x="302" y="574"/>
                  </a:lnTo>
                  <a:lnTo>
                    <a:pt x="278" y="570"/>
                  </a:lnTo>
                  <a:lnTo>
                    <a:pt x="254" y="564"/>
                  </a:lnTo>
                  <a:lnTo>
                    <a:pt x="232" y="556"/>
                  </a:lnTo>
                  <a:lnTo>
                    <a:pt x="210" y="546"/>
                  </a:lnTo>
                  <a:lnTo>
                    <a:pt x="190" y="534"/>
                  </a:lnTo>
                  <a:lnTo>
                    <a:pt x="170" y="520"/>
                  </a:lnTo>
                  <a:lnTo>
                    <a:pt x="152" y="504"/>
                  </a:lnTo>
                  <a:lnTo>
                    <a:pt x="136" y="486"/>
                  </a:lnTo>
                  <a:lnTo>
                    <a:pt x="122" y="466"/>
                  </a:lnTo>
                  <a:lnTo>
                    <a:pt x="110" y="446"/>
                  </a:lnTo>
                  <a:lnTo>
                    <a:pt x="100" y="424"/>
                  </a:lnTo>
                  <a:lnTo>
                    <a:pt x="92" y="402"/>
                  </a:lnTo>
                  <a:lnTo>
                    <a:pt x="86" y="378"/>
                  </a:lnTo>
                  <a:lnTo>
                    <a:pt x="82" y="354"/>
                  </a:lnTo>
                  <a:lnTo>
                    <a:pt x="80" y="328"/>
                  </a:lnTo>
                  <a:close/>
                </a:path>
              </a:pathLst>
            </a:custGeom>
            <a:solidFill>
              <a:srgbClr val="404040">
                <a:alpha val="28999"/>
              </a:srgb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47141D0A-6F79-485B-804F-D053F3217800}"/>
                </a:ext>
              </a:extLst>
            </p:cNvPr>
            <p:cNvSpPr>
              <a:spLocks noEditPoints="1"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44" y="144"/>
              <a:ext cx="944" cy="944"/>
            </a:xfrm>
            <a:custGeom>
              <a:avLst/>
              <a:gdLst>
                <a:gd name="T0" fmla="*/ 0 w 944"/>
                <a:gd name="T1" fmla="*/ 496 h 944"/>
                <a:gd name="T2" fmla="*/ 10 w 944"/>
                <a:gd name="T3" fmla="*/ 568 h 944"/>
                <a:gd name="T4" fmla="*/ 58 w 944"/>
                <a:gd name="T5" fmla="*/ 696 h 944"/>
                <a:gd name="T6" fmla="*/ 138 w 944"/>
                <a:gd name="T7" fmla="*/ 806 h 944"/>
                <a:gd name="T8" fmla="*/ 248 w 944"/>
                <a:gd name="T9" fmla="*/ 886 h 944"/>
                <a:gd name="T10" fmla="*/ 376 w 944"/>
                <a:gd name="T11" fmla="*/ 934 h 944"/>
                <a:gd name="T12" fmla="*/ 448 w 944"/>
                <a:gd name="T13" fmla="*/ 944 h 944"/>
                <a:gd name="T14" fmla="*/ 520 w 944"/>
                <a:gd name="T15" fmla="*/ 942 h 944"/>
                <a:gd name="T16" fmla="*/ 612 w 944"/>
                <a:gd name="T17" fmla="*/ 922 h 944"/>
                <a:gd name="T18" fmla="*/ 736 w 944"/>
                <a:gd name="T19" fmla="*/ 864 h 944"/>
                <a:gd name="T20" fmla="*/ 836 w 944"/>
                <a:gd name="T21" fmla="*/ 772 h 944"/>
                <a:gd name="T22" fmla="*/ 906 w 944"/>
                <a:gd name="T23" fmla="*/ 656 h 944"/>
                <a:gd name="T24" fmla="*/ 938 w 944"/>
                <a:gd name="T25" fmla="*/ 544 h 944"/>
                <a:gd name="T26" fmla="*/ 944 w 944"/>
                <a:gd name="T27" fmla="*/ 472 h 944"/>
                <a:gd name="T28" fmla="*/ 938 w 944"/>
                <a:gd name="T29" fmla="*/ 400 h 944"/>
                <a:gd name="T30" fmla="*/ 906 w 944"/>
                <a:gd name="T31" fmla="*/ 288 h 944"/>
                <a:gd name="T32" fmla="*/ 836 w 944"/>
                <a:gd name="T33" fmla="*/ 172 h 944"/>
                <a:gd name="T34" fmla="*/ 736 w 944"/>
                <a:gd name="T35" fmla="*/ 80 h 944"/>
                <a:gd name="T36" fmla="*/ 612 w 944"/>
                <a:gd name="T37" fmla="*/ 22 h 944"/>
                <a:gd name="T38" fmla="*/ 520 w 944"/>
                <a:gd name="T39" fmla="*/ 2 h 944"/>
                <a:gd name="T40" fmla="*/ 448 w 944"/>
                <a:gd name="T41" fmla="*/ 0 h 944"/>
                <a:gd name="T42" fmla="*/ 376 w 944"/>
                <a:gd name="T43" fmla="*/ 10 h 944"/>
                <a:gd name="T44" fmla="*/ 248 w 944"/>
                <a:gd name="T45" fmla="*/ 58 h 944"/>
                <a:gd name="T46" fmla="*/ 138 w 944"/>
                <a:gd name="T47" fmla="*/ 138 h 944"/>
                <a:gd name="T48" fmla="*/ 58 w 944"/>
                <a:gd name="T49" fmla="*/ 248 h 944"/>
                <a:gd name="T50" fmla="*/ 10 w 944"/>
                <a:gd name="T51" fmla="*/ 376 h 944"/>
                <a:gd name="T52" fmla="*/ 0 w 944"/>
                <a:gd name="T53" fmla="*/ 448 h 944"/>
                <a:gd name="T54" fmla="*/ 80 w 944"/>
                <a:gd name="T55" fmla="*/ 472 h 944"/>
                <a:gd name="T56" fmla="*/ 98 w 944"/>
                <a:gd name="T57" fmla="*/ 356 h 944"/>
                <a:gd name="T58" fmla="*/ 148 w 944"/>
                <a:gd name="T59" fmla="*/ 252 h 944"/>
                <a:gd name="T60" fmla="*/ 222 w 944"/>
                <a:gd name="T61" fmla="*/ 170 h 944"/>
                <a:gd name="T62" fmla="*/ 320 w 944"/>
                <a:gd name="T63" fmla="*/ 110 h 944"/>
                <a:gd name="T64" fmla="*/ 432 w 944"/>
                <a:gd name="T65" fmla="*/ 82 h 944"/>
                <a:gd name="T66" fmla="*/ 550 w 944"/>
                <a:gd name="T67" fmla="*/ 88 h 944"/>
                <a:gd name="T68" fmla="*/ 658 w 944"/>
                <a:gd name="T69" fmla="*/ 128 h 944"/>
                <a:gd name="T70" fmla="*/ 750 w 944"/>
                <a:gd name="T71" fmla="*/ 194 h 944"/>
                <a:gd name="T72" fmla="*/ 816 w 944"/>
                <a:gd name="T73" fmla="*/ 286 h 944"/>
                <a:gd name="T74" fmla="*/ 856 w 944"/>
                <a:gd name="T75" fmla="*/ 394 h 944"/>
                <a:gd name="T76" fmla="*/ 862 w 944"/>
                <a:gd name="T77" fmla="*/ 512 h 944"/>
                <a:gd name="T78" fmla="*/ 834 w 944"/>
                <a:gd name="T79" fmla="*/ 624 h 944"/>
                <a:gd name="T80" fmla="*/ 774 w 944"/>
                <a:gd name="T81" fmla="*/ 722 h 944"/>
                <a:gd name="T82" fmla="*/ 692 w 944"/>
                <a:gd name="T83" fmla="*/ 796 h 944"/>
                <a:gd name="T84" fmla="*/ 588 w 944"/>
                <a:gd name="T85" fmla="*/ 846 h 944"/>
                <a:gd name="T86" fmla="*/ 472 w 944"/>
                <a:gd name="T87" fmla="*/ 864 h 944"/>
                <a:gd name="T88" fmla="*/ 356 w 944"/>
                <a:gd name="T89" fmla="*/ 846 h 944"/>
                <a:gd name="T90" fmla="*/ 252 w 944"/>
                <a:gd name="T91" fmla="*/ 796 h 944"/>
                <a:gd name="T92" fmla="*/ 170 w 944"/>
                <a:gd name="T93" fmla="*/ 722 h 944"/>
                <a:gd name="T94" fmla="*/ 110 w 944"/>
                <a:gd name="T95" fmla="*/ 624 h 944"/>
                <a:gd name="T96" fmla="*/ 82 w 944"/>
                <a:gd name="T97" fmla="*/ 512 h 94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44"/>
                <a:gd name="T148" fmla="*/ 0 h 944"/>
                <a:gd name="T149" fmla="*/ 944 w 944"/>
                <a:gd name="T150" fmla="*/ 944 h 94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44" h="944">
                  <a:moveTo>
                    <a:pt x="0" y="472"/>
                  </a:moveTo>
                  <a:lnTo>
                    <a:pt x="0" y="472"/>
                  </a:lnTo>
                  <a:lnTo>
                    <a:pt x="0" y="496"/>
                  </a:lnTo>
                  <a:lnTo>
                    <a:pt x="2" y="520"/>
                  </a:lnTo>
                  <a:lnTo>
                    <a:pt x="6" y="544"/>
                  </a:lnTo>
                  <a:lnTo>
                    <a:pt x="10" y="568"/>
                  </a:lnTo>
                  <a:lnTo>
                    <a:pt x="22" y="612"/>
                  </a:lnTo>
                  <a:lnTo>
                    <a:pt x="38" y="656"/>
                  </a:lnTo>
                  <a:lnTo>
                    <a:pt x="58" y="696"/>
                  </a:lnTo>
                  <a:lnTo>
                    <a:pt x="80" y="736"/>
                  </a:lnTo>
                  <a:lnTo>
                    <a:pt x="108" y="772"/>
                  </a:lnTo>
                  <a:lnTo>
                    <a:pt x="138" y="806"/>
                  </a:lnTo>
                  <a:lnTo>
                    <a:pt x="172" y="836"/>
                  </a:lnTo>
                  <a:lnTo>
                    <a:pt x="208" y="864"/>
                  </a:lnTo>
                  <a:lnTo>
                    <a:pt x="248" y="886"/>
                  </a:lnTo>
                  <a:lnTo>
                    <a:pt x="288" y="906"/>
                  </a:lnTo>
                  <a:lnTo>
                    <a:pt x="332" y="922"/>
                  </a:lnTo>
                  <a:lnTo>
                    <a:pt x="376" y="934"/>
                  </a:lnTo>
                  <a:lnTo>
                    <a:pt x="400" y="938"/>
                  </a:lnTo>
                  <a:lnTo>
                    <a:pt x="424" y="942"/>
                  </a:lnTo>
                  <a:lnTo>
                    <a:pt x="448" y="944"/>
                  </a:lnTo>
                  <a:lnTo>
                    <a:pt x="472" y="944"/>
                  </a:lnTo>
                  <a:lnTo>
                    <a:pt x="496" y="944"/>
                  </a:lnTo>
                  <a:lnTo>
                    <a:pt x="520" y="942"/>
                  </a:lnTo>
                  <a:lnTo>
                    <a:pt x="544" y="938"/>
                  </a:lnTo>
                  <a:lnTo>
                    <a:pt x="568" y="934"/>
                  </a:lnTo>
                  <a:lnTo>
                    <a:pt x="612" y="922"/>
                  </a:lnTo>
                  <a:lnTo>
                    <a:pt x="656" y="906"/>
                  </a:lnTo>
                  <a:lnTo>
                    <a:pt x="696" y="886"/>
                  </a:lnTo>
                  <a:lnTo>
                    <a:pt x="736" y="864"/>
                  </a:lnTo>
                  <a:lnTo>
                    <a:pt x="772" y="836"/>
                  </a:lnTo>
                  <a:lnTo>
                    <a:pt x="806" y="806"/>
                  </a:lnTo>
                  <a:lnTo>
                    <a:pt x="836" y="772"/>
                  </a:lnTo>
                  <a:lnTo>
                    <a:pt x="864" y="736"/>
                  </a:lnTo>
                  <a:lnTo>
                    <a:pt x="886" y="696"/>
                  </a:lnTo>
                  <a:lnTo>
                    <a:pt x="906" y="656"/>
                  </a:lnTo>
                  <a:lnTo>
                    <a:pt x="922" y="612"/>
                  </a:lnTo>
                  <a:lnTo>
                    <a:pt x="934" y="568"/>
                  </a:lnTo>
                  <a:lnTo>
                    <a:pt x="938" y="544"/>
                  </a:lnTo>
                  <a:lnTo>
                    <a:pt x="942" y="520"/>
                  </a:lnTo>
                  <a:lnTo>
                    <a:pt x="944" y="496"/>
                  </a:lnTo>
                  <a:lnTo>
                    <a:pt x="944" y="472"/>
                  </a:lnTo>
                  <a:lnTo>
                    <a:pt x="944" y="448"/>
                  </a:lnTo>
                  <a:lnTo>
                    <a:pt x="942" y="424"/>
                  </a:lnTo>
                  <a:lnTo>
                    <a:pt x="938" y="400"/>
                  </a:lnTo>
                  <a:lnTo>
                    <a:pt x="934" y="376"/>
                  </a:lnTo>
                  <a:lnTo>
                    <a:pt x="922" y="332"/>
                  </a:lnTo>
                  <a:lnTo>
                    <a:pt x="906" y="288"/>
                  </a:lnTo>
                  <a:lnTo>
                    <a:pt x="886" y="248"/>
                  </a:lnTo>
                  <a:lnTo>
                    <a:pt x="864" y="208"/>
                  </a:lnTo>
                  <a:lnTo>
                    <a:pt x="836" y="172"/>
                  </a:lnTo>
                  <a:lnTo>
                    <a:pt x="806" y="138"/>
                  </a:lnTo>
                  <a:lnTo>
                    <a:pt x="772" y="108"/>
                  </a:lnTo>
                  <a:lnTo>
                    <a:pt x="736" y="80"/>
                  </a:lnTo>
                  <a:lnTo>
                    <a:pt x="696" y="58"/>
                  </a:lnTo>
                  <a:lnTo>
                    <a:pt x="656" y="38"/>
                  </a:lnTo>
                  <a:lnTo>
                    <a:pt x="612" y="22"/>
                  </a:lnTo>
                  <a:lnTo>
                    <a:pt x="568" y="10"/>
                  </a:lnTo>
                  <a:lnTo>
                    <a:pt x="544" y="6"/>
                  </a:lnTo>
                  <a:lnTo>
                    <a:pt x="520" y="2"/>
                  </a:lnTo>
                  <a:lnTo>
                    <a:pt x="496" y="0"/>
                  </a:lnTo>
                  <a:lnTo>
                    <a:pt x="472" y="0"/>
                  </a:lnTo>
                  <a:lnTo>
                    <a:pt x="448" y="0"/>
                  </a:lnTo>
                  <a:lnTo>
                    <a:pt x="424" y="2"/>
                  </a:lnTo>
                  <a:lnTo>
                    <a:pt x="400" y="6"/>
                  </a:lnTo>
                  <a:lnTo>
                    <a:pt x="376" y="10"/>
                  </a:lnTo>
                  <a:lnTo>
                    <a:pt x="332" y="22"/>
                  </a:lnTo>
                  <a:lnTo>
                    <a:pt x="288" y="38"/>
                  </a:lnTo>
                  <a:lnTo>
                    <a:pt x="248" y="58"/>
                  </a:lnTo>
                  <a:lnTo>
                    <a:pt x="208" y="80"/>
                  </a:lnTo>
                  <a:lnTo>
                    <a:pt x="172" y="108"/>
                  </a:lnTo>
                  <a:lnTo>
                    <a:pt x="138" y="138"/>
                  </a:lnTo>
                  <a:lnTo>
                    <a:pt x="108" y="172"/>
                  </a:lnTo>
                  <a:lnTo>
                    <a:pt x="80" y="208"/>
                  </a:lnTo>
                  <a:lnTo>
                    <a:pt x="58" y="248"/>
                  </a:lnTo>
                  <a:lnTo>
                    <a:pt x="38" y="288"/>
                  </a:lnTo>
                  <a:lnTo>
                    <a:pt x="22" y="332"/>
                  </a:lnTo>
                  <a:lnTo>
                    <a:pt x="10" y="376"/>
                  </a:lnTo>
                  <a:lnTo>
                    <a:pt x="6" y="400"/>
                  </a:lnTo>
                  <a:lnTo>
                    <a:pt x="2" y="424"/>
                  </a:lnTo>
                  <a:lnTo>
                    <a:pt x="0" y="448"/>
                  </a:lnTo>
                  <a:lnTo>
                    <a:pt x="0" y="472"/>
                  </a:lnTo>
                  <a:close/>
                  <a:moveTo>
                    <a:pt x="80" y="472"/>
                  </a:moveTo>
                  <a:lnTo>
                    <a:pt x="80" y="472"/>
                  </a:lnTo>
                  <a:lnTo>
                    <a:pt x="82" y="432"/>
                  </a:lnTo>
                  <a:lnTo>
                    <a:pt x="88" y="394"/>
                  </a:lnTo>
                  <a:lnTo>
                    <a:pt x="98" y="356"/>
                  </a:lnTo>
                  <a:lnTo>
                    <a:pt x="110" y="320"/>
                  </a:lnTo>
                  <a:lnTo>
                    <a:pt x="128" y="286"/>
                  </a:lnTo>
                  <a:lnTo>
                    <a:pt x="148" y="252"/>
                  </a:lnTo>
                  <a:lnTo>
                    <a:pt x="170" y="222"/>
                  </a:lnTo>
                  <a:lnTo>
                    <a:pt x="194" y="194"/>
                  </a:lnTo>
                  <a:lnTo>
                    <a:pt x="222" y="170"/>
                  </a:lnTo>
                  <a:lnTo>
                    <a:pt x="252" y="148"/>
                  </a:lnTo>
                  <a:lnTo>
                    <a:pt x="286" y="128"/>
                  </a:lnTo>
                  <a:lnTo>
                    <a:pt x="320" y="110"/>
                  </a:lnTo>
                  <a:lnTo>
                    <a:pt x="356" y="98"/>
                  </a:lnTo>
                  <a:lnTo>
                    <a:pt x="394" y="88"/>
                  </a:lnTo>
                  <a:lnTo>
                    <a:pt x="432" y="82"/>
                  </a:lnTo>
                  <a:lnTo>
                    <a:pt x="472" y="80"/>
                  </a:lnTo>
                  <a:lnTo>
                    <a:pt x="512" y="82"/>
                  </a:lnTo>
                  <a:lnTo>
                    <a:pt x="550" y="88"/>
                  </a:lnTo>
                  <a:lnTo>
                    <a:pt x="588" y="98"/>
                  </a:lnTo>
                  <a:lnTo>
                    <a:pt x="624" y="110"/>
                  </a:lnTo>
                  <a:lnTo>
                    <a:pt x="658" y="128"/>
                  </a:lnTo>
                  <a:lnTo>
                    <a:pt x="692" y="148"/>
                  </a:lnTo>
                  <a:lnTo>
                    <a:pt x="722" y="170"/>
                  </a:lnTo>
                  <a:lnTo>
                    <a:pt x="750" y="194"/>
                  </a:lnTo>
                  <a:lnTo>
                    <a:pt x="774" y="222"/>
                  </a:lnTo>
                  <a:lnTo>
                    <a:pt x="796" y="252"/>
                  </a:lnTo>
                  <a:lnTo>
                    <a:pt x="816" y="286"/>
                  </a:lnTo>
                  <a:lnTo>
                    <a:pt x="834" y="320"/>
                  </a:lnTo>
                  <a:lnTo>
                    <a:pt x="846" y="356"/>
                  </a:lnTo>
                  <a:lnTo>
                    <a:pt x="856" y="394"/>
                  </a:lnTo>
                  <a:lnTo>
                    <a:pt x="862" y="432"/>
                  </a:lnTo>
                  <a:lnTo>
                    <a:pt x="864" y="472"/>
                  </a:lnTo>
                  <a:lnTo>
                    <a:pt x="862" y="512"/>
                  </a:lnTo>
                  <a:lnTo>
                    <a:pt x="856" y="550"/>
                  </a:lnTo>
                  <a:lnTo>
                    <a:pt x="846" y="588"/>
                  </a:lnTo>
                  <a:lnTo>
                    <a:pt x="834" y="624"/>
                  </a:lnTo>
                  <a:lnTo>
                    <a:pt x="816" y="658"/>
                  </a:lnTo>
                  <a:lnTo>
                    <a:pt x="796" y="692"/>
                  </a:lnTo>
                  <a:lnTo>
                    <a:pt x="774" y="722"/>
                  </a:lnTo>
                  <a:lnTo>
                    <a:pt x="750" y="750"/>
                  </a:lnTo>
                  <a:lnTo>
                    <a:pt x="722" y="774"/>
                  </a:lnTo>
                  <a:lnTo>
                    <a:pt x="692" y="796"/>
                  </a:lnTo>
                  <a:lnTo>
                    <a:pt x="658" y="816"/>
                  </a:lnTo>
                  <a:lnTo>
                    <a:pt x="624" y="834"/>
                  </a:lnTo>
                  <a:lnTo>
                    <a:pt x="588" y="846"/>
                  </a:lnTo>
                  <a:lnTo>
                    <a:pt x="550" y="856"/>
                  </a:lnTo>
                  <a:lnTo>
                    <a:pt x="512" y="862"/>
                  </a:lnTo>
                  <a:lnTo>
                    <a:pt x="472" y="864"/>
                  </a:lnTo>
                  <a:lnTo>
                    <a:pt x="432" y="862"/>
                  </a:lnTo>
                  <a:lnTo>
                    <a:pt x="394" y="856"/>
                  </a:lnTo>
                  <a:lnTo>
                    <a:pt x="356" y="846"/>
                  </a:lnTo>
                  <a:lnTo>
                    <a:pt x="320" y="834"/>
                  </a:lnTo>
                  <a:lnTo>
                    <a:pt x="286" y="816"/>
                  </a:lnTo>
                  <a:lnTo>
                    <a:pt x="252" y="796"/>
                  </a:lnTo>
                  <a:lnTo>
                    <a:pt x="222" y="774"/>
                  </a:lnTo>
                  <a:lnTo>
                    <a:pt x="194" y="750"/>
                  </a:lnTo>
                  <a:lnTo>
                    <a:pt x="170" y="722"/>
                  </a:lnTo>
                  <a:lnTo>
                    <a:pt x="148" y="692"/>
                  </a:lnTo>
                  <a:lnTo>
                    <a:pt x="128" y="658"/>
                  </a:lnTo>
                  <a:lnTo>
                    <a:pt x="110" y="624"/>
                  </a:lnTo>
                  <a:lnTo>
                    <a:pt x="98" y="588"/>
                  </a:lnTo>
                  <a:lnTo>
                    <a:pt x="88" y="550"/>
                  </a:lnTo>
                  <a:lnTo>
                    <a:pt x="82" y="512"/>
                  </a:lnTo>
                  <a:lnTo>
                    <a:pt x="80" y="472"/>
                  </a:lnTo>
                  <a:close/>
                </a:path>
              </a:pathLst>
            </a:custGeom>
            <a:solidFill>
              <a:srgbClr val="404040">
                <a:alpha val="20000"/>
              </a:srgb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5D420301-01B0-497C-B307-4343323B2692}"/>
                </a:ext>
              </a:extLst>
            </p:cNvPr>
            <p:cNvSpPr>
              <a:spLocks noEditPoints="1"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0" y="0"/>
              <a:ext cx="1232" cy="1232"/>
            </a:xfrm>
            <a:custGeom>
              <a:avLst/>
              <a:gdLst>
                <a:gd name="T0" fmla="*/ 8 w 1232"/>
                <a:gd name="T1" fmla="*/ 710 h 1232"/>
                <a:gd name="T2" fmla="*/ 48 w 1232"/>
                <a:gd name="T3" fmla="*/ 856 h 1232"/>
                <a:gd name="T4" fmla="*/ 122 w 1232"/>
                <a:gd name="T5" fmla="*/ 984 h 1232"/>
                <a:gd name="T6" fmla="*/ 224 w 1232"/>
                <a:gd name="T7" fmla="*/ 1092 h 1232"/>
                <a:gd name="T8" fmla="*/ 350 w 1232"/>
                <a:gd name="T9" fmla="*/ 1172 h 1232"/>
                <a:gd name="T10" fmla="*/ 492 w 1232"/>
                <a:gd name="T11" fmla="*/ 1220 h 1232"/>
                <a:gd name="T12" fmla="*/ 648 w 1232"/>
                <a:gd name="T13" fmla="*/ 1232 h 1232"/>
                <a:gd name="T14" fmla="*/ 798 w 1232"/>
                <a:gd name="T15" fmla="*/ 1204 h 1232"/>
                <a:gd name="T16" fmla="*/ 936 w 1232"/>
                <a:gd name="T17" fmla="*/ 1142 h 1232"/>
                <a:gd name="T18" fmla="*/ 1052 w 1232"/>
                <a:gd name="T19" fmla="*/ 1052 h 1232"/>
                <a:gd name="T20" fmla="*/ 1142 w 1232"/>
                <a:gd name="T21" fmla="*/ 936 h 1232"/>
                <a:gd name="T22" fmla="*/ 1204 w 1232"/>
                <a:gd name="T23" fmla="*/ 798 h 1232"/>
                <a:gd name="T24" fmla="*/ 1232 w 1232"/>
                <a:gd name="T25" fmla="*/ 648 h 1232"/>
                <a:gd name="T26" fmla="*/ 1220 w 1232"/>
                <a:gd name="T27" fmla="*/ 492 h 1232"/>
                <a:gd name="T28" fmla="*/ 1172 w 1232"/>
                <a:gd name="T29" fmla="*/ 350 h 1232"/>
                <a:gd name="T30" fmla="*/ 1092 w 1232"/>
                <a:gd name="T31" fmla="*/ 224 h 1232"/>
                <a:gd name="T32" fmla="*/ 984 w 1232"/>
                <a:gd name="T33" fmla="*/ 122 h 1232"/>
                <a:gd name="T34" fmla="*/ 856 w 1232"/>
                <a:gd name="T35" fmla="*/ 48 h 1232"/>
                <a:gd name="T36" fmla="*/ 710 w 1232"/>
                <a:gd name="T37" fmla="*/ 8 h 1232"/>
                <a:gd name="T38" fmla="*/ 554 w 1232"/>
                <a:gd name="T39" fmla="*/ 4 h 1232"/>
                <a:gd name="T40" fmla="*/ 404 w 1232"/>
                <a:gd name="T41" fmla="*/ 38 h 1232"/>
                <a:gd name="T42" fmla="*/ 272 w 1232"/>
                <a:gd name="T43" fmla="*/ 106 h 1232"/>
                <a:gd name="T44" fmla="*/ 160 w 1232"/>
                <a:gd name="T45" fmla="*/ 202 h 1232"/>
                <a:gd name="T46" fmla="*/ 74 w 1232"/>
                <a:gd name="T47" fmla="*/ 322 h 1232"/>
                <a:gd name="T48" fmla="*/ 20 w 1232"/>
                <a:gd name="T49" fmla="*/ 462 h 1232"/>
                <a:gd name="T50" fmla="*/ 0 w 1232"/>
                <a:gd name="T51" fmla="*/ 616 h 1232"/>
                <a:gd name="T52" fmla="*/ 86 w 1232"/>
                <a:gd name="T53" fmla="*/ 534 h 1232"/>
                <a:gd name="T54" fmla="*/ 122 w 1232"/>
                <a:gd name="T55" fmla="*/ 408 h 1232"/>
                <a:gd name="T56" fmla="*/ 186 w 1232"/>
                <a:gd name="T57" fmla="*/ 296 h 1232"/>
                <a:gd name="T58" fmla="*/ 276 w 1232"/>
                <a:gd name="T59" fmla="*/ 202 h 1232"/>
                <a:gd name="T60" fmla="*/ 384 w 1232"/>
                <a:gd name="T61" fmla="*/ 132 h 1232"/>
                <a:gd name="T62" fmla="*/ 508 w 1232"/>
                <a:gd name="T63" fmla="*/ 90 h 1232"/>
                <a:gd name="T64" fmla="*/ 644 w 1232"/>
                <a:gd name="T65" fmla="*/ 80 h 1232"/>
                <a:gd name="T66" fmla="*/ 776 w 1232"/>
                <a:gd name="T67" fmla="*/ 104 h 1232"/>
                <a:gd name="T68" fmla="*/ 894 w 1232"/>
                <a:gd name="T69" fmla="*/ 158 h 1232"/>
                <a:gd name="T70" fmla="*/ 994 w 1232"/>
                <a:gd name="T71" fmla="*/ 238 h 1232"/>
                <a:gd name="T72" fmla="*/ 1074 w 1232"/>
                <a:gd name="T73" fmla="*/ 338 h 1232"/>
                <a:gd name="T74" fmla="*/ 1128 w 1232"/>
                <a:gd name="T75" fmla="*/ 456 h 1232"/>
                <a:gd name="T76" fmla="*/ 1152 w 1232"/>
                <a:gd name="T77" fmla="*/ 588 h 1232"/>
                <a:gd name="T78" fmla="*/ 1142 w 1232"/>
                <a:gd name="T79" fmla="*/ 724 h 1232"/>
                <a:gd name="T80" fmla="*/ 1100 w 1232"/>
                <a:gd name="T81" fmla="*/ 848 h 1232"/>
                <a:gd name="T82" fmla="*/ 1030 w 1232"/>
                <a:gd name="T83" fmla="*/ 956 h 1232"/>
                <a:gd name="T84" fmla="*/ 936 w 1232"/>
                <a:gd name="T85" fmla="*/ 1046 h 1232"/>
                <a:gd name="T86" fmla="*/ 824 w 1232"/>
                <a:gd name="T87" fmla="*/ 1110 h 1232"/>
                <a:gd name="T88" fmla="*/ 698 w 1232"/>
                <a:gd name="T89" fmla="*/ 1146 h 1232"/>
                <a:gd name="T90" fmla="*/ 562 w 1232"/>
                <a:gd name="T91" fmla="*/ 1150 h 1232"/>
                <a:gd name="T92" fmla="*/ 432 w 1232"/>
                <a:gd name="T93" fmla="*/ 1120 h 1232"/>
                <a:gd name="T94" fmla="*/ 316 w 1232"/>
                <a:gd name="T95" fmla="*/ 1060 h 1232"/>
                <a:gd name="T96" fmla="*/ 220 w 1232"/>
                <a:gd name="T97" fmla="*/ 976 h 1232"/>
                <a:gd name="T98" fmla="*/ 144 w 1232"/>
                <a:gd name="T99" fmla="*/ 872 h 1232"/>
                <a:gd name="T100" fmla="*/ 96 w 1232"/>
                <a:gd name="T101" fmla="*/ 750 h 1232"/>
                <a:gd name="T102" fmla="*/ 80 w 1232"/>
                <a:gd name="T103" fmla="*/ 616 h 123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232"/>
                <a:gd name="T157" fmla="*/ 0 h 1232"/>
                <a:gd name="T158" fmla="*/ 1232 w 1232"/>
                <a:gd name="T159" fmla="*/ 1232 h 123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232" h="1232">
                  <a:moveTo>
                    <a:pt x="0" y="616"/>
                  </a:moveTo>
                  <a:lnTo>
                    <a:pt x="0" y="616"/>
                  </a:lnTo>
                  <a:lnTo>
                    <a:pt x="0" y="648"/>
                  </a:lnTo>
                  <a:lnTo>
                    <a:pt x="4" y="678"/>
                  </a:lnTo>
                  <a:lnTo>
                    <a:pt x="8" y="710"/>
                  </a:lnTo>
                  <a:lnTo>
                    <a:pt x="12" y="740"/>
                  </a:lnTo>
                  <a:lnTo>
                    <a:pt x="20" y="770"/>
                  </a:lnTo>
                  <a:lnTo>
                    <a:pt x="28" y="798"/>
                  </a:lnTo>
                  <a:lnTo>
                    <a:pt x="38" y="828"/>
                  </a:lnTo>
                  <a:lnTo>
                    <a:pt x="48" y="856"/>
                  </a:lnTo>
                  <a:lnTo>
                    <a:pt x="60" y="882"/>
                  </a:lnTo>
                  <a:lnTo>
                    <a:pt x="74" y="910"/>
                  </a:lnTo>
                  <a:lnTo>
                    <a:pt x="90" y="936"/>
                  </a:lnTo>
                  <a:lnTo>
                    <a:pt x="106" y="960"/>
                  </a:lnTo>
                  <a:lnTo>
                    <a:pt x="122" y="984"/>
                  </a:lnTo>
                  <a:lnTo>
                    <a:pt x="140" y="1008"/>
                  </a:lnTo>
                  <a:lnTo>
                    <a:pt x="160" y="1030"/>
                  </a:lnTo>
                  <a:lnTo>
                    <a:pt x="180" y="1052"/>
                  </a:lnTo>
                  <a:lnTo>
                    <a:pt x="202" y="1072"/>
                  </a:lnTo>
                  <a:lnTo>
                    <a:pt x="224" y="1092"/>
                  </a:lnTo>
                  <a:lnTo>
                    <a:pt x="248" y="1110"/>
                  </a:lnTo>
                  <a:lnTo>
                    <a:pt x="272" y="1126"/>
                  </a:lnTo>
                  <a:lnTo>
                    <a:pt x="296" y="1142"/>
                  </a:lnTo>
                  <a:lnTo>
                    <a:pt x="322" y="1158"/>
                  </a:lnTo>
                  <a:lnTo>
                    <a:pt x="350" y="1172"/>
                  </a:lnTo>
                  <a:lnTo>
                    <a:pt x="376" y="1184"/>
                  </a:lnTo>
                  <a:lnTo>
                    <a:pt x="404" y="1194"/>
                  </a:lnTo>
                  <a:lnTo>
                    <a:pt x="434" y="1204"/>
                  </a:lnTo>
                  <a:lnTo>
                    <a:pt x="462" y="1212"/>
                  </a:lnTo>
                  <a:lnTo>
                    <a:pt x="492" y="1220"/>
                  </a:lnTo>
                  <a:lnTo>
                    <a:pt x="522" y="1224"/>
                  </a:lnTo>
                  <a:lnTo>
                    <a:pt x="554" y="1228"/>
                  </a:lnTo>
                  <a:lnTo>
                    <a:pt x="584" y="1232"/>
                  </a:lnTo>
                  <a:lnTo>
                    <a:pt x="616" y="1232"/>
                  </a:lnTo>
                  <a:lnTo>
                    <a:pt x="648" y="1232"/>
                  </a:lnTo>
                  <a:lnTo>
                    <a:pt x="678" y="1228"/>
                  </a:lnTo>
                  <a:lnTo>
                    <a:pt x="710" y="1224"/>
                  </a:lnTo>
                  <a:lnTo>
                    <a:pt x="740" y="1220"/>
                  </a:lnTo>
                  <a:lnTo>
                    <a:pt x="770" y="1212"/>
                  </a:lnTo>
                  <a:lnTo>
                    <a:pt x="798" y="1204"/>
                  </a:lnTo>
                  <a:lnTo>
                    <a:pt x="828" y="1194"/>
                  </a:lnTo>
                  <a:lnTo>
                    <a:pt x="856" y="1184"/>
                  </a:lnTo>
                  <a:lnTo>
                    <a:pt x="882" y="1172"/>
                  </a:lnTo>
                  <a:lnTo>
                    <a:pt x="910" y="1158"/>
                  </a:lnTo>
                  <a:lnTo>
                    <a:pt x="936" y="1142"/>
                  </a:lnTo>
                  <a:lnTo>
                    <a:pt x="960" y="1126"/>
                  </a:lnTo>
                  <a:lnTo>
                    <a:pt x="984" y="1110"/>
                  </a:lnTo>
                  <a:lnTo>
                    <a:pt x="1008" y="1092"/>
                  </a:lnTo>
                  <a:lnTo>
                    <a:pt x="1030" y="1072"/>
                  </a:lnTo>
                  <a:lnTo>
                    <a:pt x="1052" y="1052"/>
                  </a:lnTo>
                  <a:lnTo>
                    <a:pt x="1072" y="1030"/>
                  </a:lnTo>
                  <a:lnTo>
                    <a:pt x="1092" y="1008"/>
                  </a:lnTo>
                  <a:lnTo>
                    <a:pt x="1110" y="984"/>
                  </a:lnTo>
                  <a:lnTo>
                    <a:pt x="1126" y="960"/>
                  </a:lnTo>
                  <a:lnTo>
                    <a:pt x="1142" y="936"/>
                  </a:lnTo>
                  <a:lnTo>
                    <a:pt x="1158" y="910"/>
                  </a:lnTo>
                  <a:lnTo>
                    <a:pt x="1172" y="882"/>
                  </a:lnTo>
                  <a:lnTo>
                    <a:pt x="1184" y="856"/>
                  </a:lnTo>
                  <a:lnTo>
                    <a:pt x="1194" y="828"/>
                  </a:lnTo>
                  <a:lnTo>
                    <a:pt x="1204" y="798"/>
                  </a:lnTo>
                  <a:lnTo>
                    <a:pt x="1212" y="770"/>
                  </a:lnTo>
                  <a:lnTo>
                    <a:pt x="1220" y="740"/>
                  </a:lnTo>
                  <a:lnTo>
                    <a:pt x="1224" y="710"/>
                  </a:lnTo>
                  <a:lnTo>
                    <a:pt x="1228" y="678"/>
                  </a:lnTo>
                  <a:lnTo>
                    <a:pt x="1232" y="648"/>
                  </a:lnTo>
                  <a:lnTo>
                    <a:pt x="1232" y="616"/>
                  </a:lnTo>
                  <a:lnTo>
                    <a:pt x="1232" y="584"/>
                  </a:lnTo>
                  <a:lnTo>
                    <a:pt x="1228" y="554"/>
                  </a:lnTo>
                  <a:lnTo>
                    <a:pt x="1224" y="522"/>
                  </a:lnTo>
                  <a:lnTo>
                    <a:pt x="1220" y="492"/>
                  </a:lnTo>
                  <a:lnTo>
                    <a:pt x="1212" y="462"/>
                  </a:lnTo>
                  <a:lnTo>
                    <a:pt x="1204" y="434"/>
                  </a:lnTo>
                  <a:lnTo>
                    <a:pt x="1194" y="404"/>
                  </a:lnTo>
                  <a:lnTo>
                    <a:pt x="1184" y="376"/>
                  </a:lnTo>
                  <a:lnTo>
                    <a:pt x="1172" y="350"/>
                  </a:lnTo>
                  <a:lnTo>
                    <a:pt x="1158" y="322"/>
                  </a:lnTo>
                  <a:lnTo>
                    <a:pt x="1142" y="296"/>
                  </a:lnTo>
                  <a:lnTo>
                    <a:pt x="1126" y="272"/>
                  </a:lnTo>
                  <a:lnTo>
                    <a:pt x="1110" y="248"/>
                  </a:lnTo>
                  <a:lnTo>
                    <a:pt x="1092" y="224"/>
                  </a:lnTo>
                  <a:lnTo>
                    <a:pt x="1072" y="202"/>
                  </a:lnTo>
                  <a:lnTo>
                    <a:pt x="1052" y="180"/>
                  </a:lnTo>
                  <a:lnTo>
                    <a:pt x="1030" y="160"/>
                  </a:lnTo>
                  <a:lnTo>
                    <a:pt x="1008" y="140"/>
                  </a:lnTo>
                  <a:lnTo>
                    <a:pt x="984" y="122"/>
                  </a:lnTo>
                  <a:lnTo>
                    <a:pt x="960" y="106"/>
                  </a:lnTo>
                  <a:lnTo>
                    <a:pt x="936" y="90"/>
                  </a:lnTo>
                  <a:lnTo>
                    <a:pt x="910" y="74"/>
                  </a:lnTo>
                  <a:lnTo>
                    <a:pt x="882" y="60"/>
                  </a:lnTo>
                  <a:lnTo>
                    <a:pt x="856" y="48"/>
                  </a:lnTo>
                  <a:lnTo>
                    <a:pt x="828" y="38"/>
                  </a:lnTo>
                  <a:lnTo>
                    <a:pt x="798" y="28"/>
                  </a:lnTo>
                  <a:lnTo>
                    <a:pt x="770" y="20"/>
                  </a:lnTo>
                  <a:lnTo>
                    <a:pt x="740" y="12"/>
                  </a:lnTo>
                  <a:lnTo>
                    <a:pt x="710" y="8"/>
                  </a:lnTo>
                  <a:lnTo>
                    <a:pt x="678" y="4"/>
                  </a:lnTo>
                  <a:lnTo>
                    <a:pt x="648" y="0"/>
                  </a:lnTo>
                  <a:lnTo>
                    <a:pt x="616" y="0"/>
                  </a:lnTo>
                  <a:lnTo>
                    <a:pt x="584" y="0"/>
                  </a:lnTo>
                  <a:lnTo>
                    <a:pt x="554" y="4"/>
                  </a:lnTo>
                  <a:lnTo>
                    <a:pt x="522" y="8"/>
                  </a:lnTo>
                  <a:lnTo>
                    <a:pt x="492" y="12"/>
                  </a:lnTo>
                  <a:lnTo>
                    <a:pt x="462" y="20"/>
                  </a:lnTo>
                  <a:lnTo>
                    <a:pt x="434" y="28"/>
                  </a:lnTo>
                  <a:lnTo>
                    <a:pt x="404" y="38"/>
                  </a:lnTo>
                  <a:lnTo>
                    <a:pt x="376" y="48"/>
                  </a:lnTo>
                  <a:lnTo>
                    <a:pt x="350" y="60"/>
                  </a:lnTo>
                  <a:lnTo>
                    <a:pt x="322" y="74"/>
                  </a:lnTo>
                  <a:lnTo>
                    <a:pt x="296" y="90"/>
                  </a:lnTo>
                  <a:lnTo>
                    <a:pt x="272" y="106"/>
                  </a:lnTo>
                  <a:lnTo>
                    <a:pt x="248" y="122"/>
                  </a:lnTo>
                  <a:lnTo>
                    <a:pt x="224" y="140"/>
                  </a:lnTo>
                  <a:lnTo>
                    <a:pt x="202" y="160"/>
                  </a:lnTo>
                  <a:lnTo>
                    <a:pt x="180" y="180"/>
                  </a:lnTo>
                  <a:lnTo>
                    <a:pt x="160" y="202"/>
                  </a:lnTo>
                  <a:lnTo>
                    <a:pt x="140" y="224"/>
                  </a:lnTo>
                  <a:lnTo>
                    <a:pt x="122" y="248"/>
                  </a:lnTo>
                  <a:lnTo>
                    <a:pt x="106" y="272"/>
                  </a:lnTo>
                  <a:lnTo>
                    <a:pt x="90" y="296"/>
                  </a:lnTo>
                  <a:lnTo>
                    <a:pt x="74" y="322"/>
                  </a:lnTo>
                  <a:lnTo>
                    <a:pt x="60" y="350"/>
                  </a:lnTo>
                  <a:lnTo>
                    <a:pt x="48" y="376"/>
                  </a:lnTo>
                  <a:lnTo>
                    <a:pt x="38" y="404"/>
                  </a:lnTo>
                  <a:lnTo>
                    <a:pt x="28" y="434"/>
                  </a:lnTo>
                  <a:lnTo>
                    <a:pt x="20" y="462"/>
                  </a:lnTo>
                  <a:lnTo>
                    <a:pt x="12" y="492"/>
                  </a:lnTo>
                  <a:lnTo>
                    <a:pt x="8" y="522"/>
                  </a:lnTo>
                  <a:lnTo>
                    <a:pt x="4" y="554"/>
                  </a:lnTo>
                  <a:lnTo>
                    <a:pt x="0" y="584"/>
                  </a:lnTo>
                  <a:lnTo>
                    <a:pt x="0" y="616"/>
                  </a:lnTo>
                  <a:close/>
                  <a:moveTo>
                    <a:pt x="80" y="616"/>
                  </a:moveTo>
                  <a:lnTo>
                    <a:pt x="80" y="616"/>
                  </a:lnTo>
                  <a:lnTo>
                    <a:pt x="80" y="588"/>
                  </a:lnTo>
                  <a:lnTo>
                    <a:pt x="82" y="562"/>
                  </a:lnTo>
                  <a:lnTo>
                    <a:pt x="86" y="534"/>
                  </a:lnTo>
                  <a:lnTo>
                    <a:pt x="90" y="508"/>
                  </a:lnTo>
                  <a:lnTo>
                    <a:pt x="96" y="482"/>
                  </a:lnTo>
                  <a:lnTo>
                    <a:pt x="104" y="456"/>
                  </a:lnTo>
                  <a:lnTo>
                    <a:pt x="112" y="432"/>
                  </a:lnTo>
                  <a:lnTo>
                    <a:pt x="122" y="408"/>
                  </a:lnTo>
                  <a:lnTo>
                    <a:pt x="132" y="384"/>
                  </a:lnTo>
                  <a:lnTo>
                    <a:pt x="144" y="360"/>
                  </a:lnTo>
                  <a:lnTo>
                    <a:pt x="158" y="338"/>
                  </a:lnTo>
                  <a:lnTo>
                    <a:pt x="172" y="316"/>
                  </a:lnTo>
                  <a:lnTo>
                    <a:pt x="186" y="296"/>
                  </a:lnTo>
                  <a:lnTo>
                    <a:pt x="202" y="276"/>
                  </a:lnTo>
                  <a:lnTo>
                    <a:pt x="220" y="256"/>
                  </a:lnTo>
                  <a:lnTo>
                    <a:pt x="238" y="238"/>
                  </a:lnTo>
                  <a:lnTo>
                    <a:pt x="256" y="220"/>
                  </a:lnTo>
                  <a:lnTo>
                    <a:pt x="276" y="202"/>
                  </a:lnTo>
                  <a:lnTo>
                    <a:pt x="296" y="186"/>
                  </a:lnTo>
                  <a:lnTo>
                    <a:pt x="316" y="172"/>
                  </a:lnTo>
                  <a:lnTo>
                    <a:pt x="338" y="158"/>
                  </a:lnTo>
                  <a:lnTo>
                    <a:pt x="360" y="144"/>
                  </a:lnTo>
                  <a:lnTo>
                    <a:pt x="384" y="132"/>
                  </a:lnTo>
                  <a:lnTo>
                    <a:pt x="408" y="122"/>
                  </a:lnTo>
                  <a:lnTo>
                    <a:pt x="432" y="112"/>
                  </a:lnTo>
                  <a:lnTo>
                    <a:pt x="456" y="104"/>
                  </a:lnTo>
                  <a:lnTo>
                    <a:pt x="482" y="96"/>
                  </a:lnTo>
                  <a:lnTo>
                    <a:pt x="508" y="90"/>
                  </a:lnTo>
                  <a:lnTo>
                    <a:pt x="534" y="86"/>
                  </a:lnTo>
                  <a:lnTo>
                    <a:pt x="562" y="82"/>
                  </a:lnTo>
                  <a:lnTo>
                    <a:pt x="588" y="80"/>
                  </a:lnTo>
                  <a:lnTo>
                    <a:pt x="616" y="80"/>
                  </a:lnTo>
                  <a:lnTo>
                    <a:pt x="644" y="80"/>
                  </a:lnTo>
                  <a:lnTo>
                    <a:pt x="670" y="82"/>
                  </a:lnTo>
                  <a:lnTo>
                    <a:pt x="698" y="86"/>
                  </a:lnTo>
                  <a:lnTo>
                    <a:pt x="724" y="90"/>
                  </a:lnTo>
                  <a:lnTo>
                    <a:pt x="750" y="96"/>
                  </a:lnTo>
                  <a:lnTo>
                    <a:pt x="776" y="104"/>
                  </a:lnTo>
                  <a:lnTo>
                    <a:pt x="800" y="112"/>
                  </a:lnTo>
                  <a:lnTo>
                    <a:pt x="824" y="122"/>
                  </a:lnTo>
                  <a:lnTo>
                    <a:pt x="848" y="132"/>
                  </a:lnTo>
                  <a:lnTo>
                    <a:pt x="872" y="144"/>
                  </a:lnTo>
                  <a:lnTo>
                    <a:pt x="894" y="158"/>
                  </a:lnTo>
                  <a:lnTo>
                    <a:pt x="916" y="172"/>
                  </a:lnTo>
                  <a:lnTo>
                    <a:pt x="936" y="186"/>
                  </a:lnTo>
                  <a:lnTo>
                    <a:pt x="956" y="202"/>
                  </a:lnTo>
                  <a:lnTo>
                    <a:pt x="976" y="220"/>
                  </a:lnTo>
                  <a:lnTo>
                    <a:pt x="994" y="238"/>
                  </a:lnTo>
                  <a:lnTo>
                    <a:pt x="1012" y="256"/>
                  </a:lnTo>
                  <a:lnTo>
                    <a:pt x="1030" y="276"/>
                  </a:lnTo>
                  <a:lnTo>
                    <a:pt x="1046" y="296"/>
                  </a:lnTo>
                  <a:lnTo>
                    <a:pt x="1060" y="316"/>
                  </a:lnTo>
                  <a:lnTo>
                    <a:pt x="1074" y="338"/>
                  </a:lnTo>
                  <a:lnTo>
                    <a:pt x="1088" y="360"/>
                  </a:lnTo>
                  <a:lnTo>
                    <a:pt x="1100" y="384"/>
                  </a:lnTo>
                  <a:lnTo>
                    <a:pt x="1110" y="408"/>
                  </a:lnTo>
                  <a:lnTo>
                    <a:pt x="1120" y="432"/>
                  </a:lnTo>
                  <a:lnTo>
                    <a:pt x="1128" y="456"/>
                  </a:lnTo>
                  <a:lnTo>
                    <a:pt x="1136" y="482"/>
                  </a:lnTo>
                  <a:lnTo>
                    <a:pt x="1142" y="508"/>
                  </a:lnTo>
                  <a:lnTo>
                    <a:pt x="1146" y="534"/>
                  </a:lnTo>
                  <a:lnTo>
                    <a:pt x="1150" y="562"/>
                  </a:lnTo>
                  <a:lnTo>
                    <a:pt x="1152" y="588"/>
                  </a:lnTo>
                  <a:lnTo>
                    <a:pt x="1152" y="616"/>
                  </a:lnTo>
                  <a:lnTo>
                    <a:pt x="1152" y="644"/>
                  </a:lnTo>
                  <a:lnTo>
                    <a:pt x="1150" y="670"/>
                  </a:lnTo>
                  <a:lnTo>
                    <a:pt x="1146" y="698"/>
                  </a:lnTo>
                  <a:lnTo>
                    <a:pt x="1142" y="724"/>
                  </a:lnTo>
                  <a:lnTo>
                    <a:pt x="1136" y="750"/>
                  </a:lnTo>
                  <a:lnTo>
                    <a:pt x="1128" y="776"/>
                  </a:lnTo>
                  <a:lnTo>
                    <a:pt x="1120" y="800"/>
                  </a:lnTo>
                  <a:lnTo>
                    <a:pt x="1110" y="824"/>
                  </a:lnTo>
                  <a:lnTo>
                    <a:pt x="1100" y="848"/>
                  </a:lnTo>
                  <a:lnTo>
                    <a:pt x="1088" y="872"/>
                  </a:lnTo>
                  <a:lnTo>
                    <a:pt x="1074" y="894"/>
                  </a:lnTo>
                  <a:lnTo>
                    <a:pt x="1060" y="916"/>
                  </a:lnTo>
                  <a:lnTo>
                    <a:pt x="1046" y="936"/>
                  </a:lnTo>
                  <a:lnTo>
                    <a:pt x="1030" y="956"/>
                  </a:lnTo>
                  <a:lnTo>
                    <a:pt x="1012" y="976"/>
                  </a:lnTo>
                  <a:lnTo>
                    <a:pt x="994" y="994"/>
                  </a:lnTo>
                  <a:lnTo>
                    <a:pt x="976" y="1012"/>
                  </a:lnTo>
                  <a:lnTo>
                    <a:pt x="956" y="1030"/>
                  </a:lnTo>
                  <a:lnTo>
                    <a:pt x="936" y="1046"/>
                  </a:lnTo>
                  <a:lnTo>
                    <a:pt x="916" y="1060"/>
                  </a:lnTo>
                  <a:lnTo>
                    <a:pt x="894" y="1074"/>
                  </a:lnTo>
                  <a:lnTo>
                    <a:pt x="872" y="1088"/>
                  </a:lnTo>
                  <a:lnTo>
                    <a:pt x="848" y="1100"/>
                  </a:lnTo>
                  <a:lnTo>
                    <a:pt x="824" y="1110"/>
                  </a:lnTo>
                  <a:lnTo>
                    <a:pt x="800" y="1120"/>
                  </a:lnTo>
                  <a:lnTo>
                    <a:pt x="776" y="1128"/>
                  </a:lnTo>
                  <a:lnTo>
                    <a:pt x="750" y="1136"/>
                  </a:lnTo>
                  <a:lnTo>
                    <a:pt x="724" y="1142"/>
                  </a:lnTo>
                  <a:lnTo>
                    <a:pt x="698" y="1146"/>
                  </a:lnTo>
                  <a:lnTo>
                    <a:pt x="670" y="1150"/>
                  </a:lnTo>
                  <a:lnTo>
                    <a:pt x="644" y="1152"/>
                  </a:lnTo>
                  <a:lnTo>
                    <a:pt x="616" y="1152"/>
                  </a:lnTo>
                  <a:lnTo>
                    <a:pt x="588" y="1152"/>
                  </a:lnTo>
                  <a:lnTo>
                    <a:pt x="562" y="1150"/>
                  </a:lnTo>
                  <a:lnTo>
                    <a:pt x="534" y="1146"/>
                  </a:lnTo>
                  <a:lnTo>
                    <a:pt x="508" y="1142"/>
                  </a:lnTo>
                  <a:lnTo>
                    <a:pt x="482" y="1136"/>
                  </a:lnTo>
                  <a:lnTo>
                    <a:pt x="456" y="1128"/>
                  </a:lnTo>
                  <a:lnTo>
                    <a:pt x="432" y="1120"/>
                  </a:lnTo>
                  <a:lnTo>
                    <a:pt x="408" y="1110"/>
                  </a:lnTo>
                  <a:lnTo>
                    <a:pt x="384" y="1100"/>
                  </a:lnTo>
                  <a:lnTo>
                    <a:pt x="360" y="1088"/>
                  </a:lnTo>
                  <a:lnTo>
                    <a:pt x="338" y="1074"/>
                  </a:lnTo>
                  <a:lnTo>
                    <a:pt x="316" y="1060"/>
                  </a:lnTo>
                  <a:lnTo>
                    <a:pt x="296" y="1046"/>
                  </a:lnTo>
                  <a:lnTo>
                    <a:pt x="276" y="1030"/>
                  </a:lnTo>
                  <a:lnTo>
                    <a:pt x="256" y="1012"/>
                  </a:lnTo>
                  <a:lnTo>
                    <a:pt x="238" y="994"/>
                  </a:lnTo>
                  <a:lnTo>
                    <a:pt x="220" y="976"/>
                  </a:lnTo>
                  <a:lnTo>
                    <a:pt x="202" y="956"/>
                  </a:lnTo>
                  <a:lnTo>
                    <a:pt x="186" y="936"/>
                  </a:lnTo>
                  <a:lnTo>
                    <a:pt x="172" y="916"/>
                  </a:lnTo>
                  <a:lnTo>
                    <a:pt x="158" y="894"/>
                  </a:lnTo>
                  <a:lnTo>
                    <a:pt x="144" y="872"/>
                  </a:lnTo>
                  <a:lnTo>
                    <a:pt x="132" y="848"/>
                  </a:lnTo>
                  <a:lnTo>
                    <a:pt x="122" y="824"/>
                  </a:lnTo>
                  <a:lnTo>
                    <a:pt x="112" y="800"/>
                  </a:lnTo>
                  <a:lnTo>
                    <a:pt x="104" y="776"/>
                  </a:lnTo>
                  <a:lnTo>
                    <a:pt x="96" y="750"/>
                  </a:lnTo>
                  <a:lnTo>
                    <a:pt x="90" y="724"/>
                  </a:lnTo>
                  <a:lnTo>
                    <a:pt x="86" y="698"/>
                  </a:lnTo>
                  <a:lnTo>
                    <a:pt x="82" y="670"/>
                  </a:lnTo>
                  <a:lnTo>
                    <a:pt x="80" y="644"/>
                  </a:lnTo>
                  <a:lnTo>
                    <a:pt x="80" y="616"/>
                  </a:lnTo>
                  <a:close/>
                </a:path>
              </a:pathLst>
            </a:custGeom>
            <a:solidFill>
              <a:srgbClr val="404040">
                <a:alpha val="9000"/>
              </a:srgb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 dirty="0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72087F41-D831-448F-948A-F7F197335F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774" y="2488344"/>
            <a:ext cx="2654362" cy="2649893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89BB215C-9A6B-44EA-8357-DA50464543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36" y="278141"/>
            <a:ext cx="2045209" cy="568113"/>
          </a:xfrm>
          <a:prstGeom prst="rect">
            <a:avLst/>
          </a:prstGeom>
        </p:spPr>
      </p:pic>
      <p:sp>
        <p:nvSpPr>
          <p:cNvPr id="55" name="矩形 54">
            <a:extLst>
              <a:ext uri="{FF2B5EF4-FFF2-40B4-BE49-F238E27FC236}">
                <a16:creationId xmlns:a16="http://schemas.microsoft.com/office/drawing/2014/main" id="{43B2196F-A154-452B-9D7B-555BC7C6E6ED}"/>
              </a:ext>
            </a:extLst>
          </p:cNvPr>
          <p:cNvSpPr/>
          <p:nvPr/>
        </p:nvSpPr>
        <p:spPr>
          <a:xfrm>
            <a:off x="3192236" y="372242"/>
            <a:ext cx="1571788" cy="3799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结构设计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C5EA711-9B71-4790-988C-88B44A9E5D36}"/>
              </a:ext>
            </a:extLst>
          </p:cNvPr>
          <p:cNvSpPr/>
          <p:nvPr/>
        </p:nvSpPr>
        <p:spPr>
          <a:xfrm>
            <a:off x="5379757" y="372242"/>
            <a:ext cx="1571788" cy="3799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仿真分析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A53649E-092F-406F-B1EF-7227DD162297}"/>
              </a:ext>
            </a:extLst>
          </p:cNvPr>
          <p:cNvSpPr/>
          <p:nvPr/>
        </p:nvSpPr>
        <p:spPr>
          <a:xfrm>
            <a:off x="7567278" y="372242"/>
            <a:ext cx="1571788" cy="37991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总结思考</a:t>
            </a:r>
          </a:p>
        </p:txBody>
      </p:sp>
    </p:spTree>
    <p:extLst>
      <p:ext uri="{BB962C8B-B14F-4D97-AF65-F5344CB8AC3E}">
        <p14:creationId xmlns:p14="http://schemas.microsoft.com/office/powerpoint/2010/main" val="94640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88971FF-38D5-43EF-AEAB-1FCD8FCDA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318" y="487688"/>
            <a:ext cx="3377364" cy="93815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F56DD7F-8255-476B-9EC6-C53321F92149}"/>
              </a:ext>
            </a:extLst>
          </p:cNvPr>
          <p:cNvSpPr/>
          <p:nvPr/>
        </p:nvSpPr>
        <p:spPr>
          <a:xfrm>
            <a:off x="0" y="2279259"/>
            <a:ext cx="12192000" cy="2299792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spc="3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平行四边形 14">
            <a:extLst>
              <a:ext uri="{FF2B5EF4-FFF2-40B4-BE49-F238E27FC236}">
                <a16:creationId xmlns:a16="http://schemas.microsoft.com/office/drawing/2014/main" id="{D7F0E690-6592-4097-BF51-75E7C382F258}"/>
              </a:ext>
            </a:extLst>
          </p:cNvPr>
          <p:cNvSpPr/>
          <p:nvPr/>
        </p:nvSpPr>
        <p:spPr>
          <a:xfrm>
            <a:off x="-185979" y="2032990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>
            <a:extLst>
              <a:ext uri="{FF2B5EF4-FFF2-40B4-BE49-F238E27FC236}">
                <a16:creationId xmlns:a16="http://schemas.microsoft.com/office/drawing/2014/main" id="{A094E650-D683-4077-B8CC-8A016732BD2B}"/>
              </a:ext>
            </a:extLst>
          </p:cNvPr>
          <p:cNvSpPr/>
          <p:nvPr/>
        </p:nvSpPr>
        <p:spPr>
          <a:xfrm>
            <a:off x="7421105" y="4703038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E413030-FC17-435E-937D-0A993B0577CB}"/>
              </a:ext>
            </a:extLst>
          </p:cNvPr>
          <p:cNvSpPr txBox="1"/>
          <p:nvPr/>
        </p:nvSpPr>
        <p:spPr>
          <a:xfrm>
            <a:off x="3549316" y="2797342"/>
            <a:ext cx="5143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</a:rPr>
              <a:t>恳请老师批评指正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DA7E6C-A54C-4E1D-AD3C-6C8AED818A5E}"/>
              </a:ext>
            </a:extLst>
          </p:cNvPr>
          <p:cNvSpPr txBox="1"/>
          <p:nvPr/>
        </p:nvSpPr>
        <p:spPr>
          <a:xfrm>
            <a:off x="559469" y="5203658"/>
            <a:ext cx="2472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rgbClr val="1F4E79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AI</a:t>
            </a:r>
            <a:r>
              <a:rPr lang="zh-CN" altLang="zh-CN" sz="1800" b="1" dirty="0">
                <a:solidFill>
                  <a:srgbClr val="1F4E79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说明</a:t>
            </a:r>
            <a:r>
              <a:rPr lang="zh-CN" altLang="en-US" sz="1800" b="1" dirty="0">
                <a:solidFill>
                  <a:srgbClr val="1F4E79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dirty="0"/>
          </a:p>
          <a:p>
            <a:r>
              <a:rPr sz="1200" b="0">
                <a:solidFill>
                  <a:srgbClr val="404040"/>
                </a:solidFill>
              </a:rPr>
              <a:t>使用 AI 工具 Claude（Claude Code / Opus 5.5）辅助设计分析与文档草拟；结论经人工复核，由本组负责。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0710CB2-ABF3-4BFF-A3B2-2E56F660D212}"/>
              </a:ext>
            </a:extLst>
          </p:cNvPr>
          <p:cNvSpPr txBox="1"/>
          <p:nvPr/>
        </p:nvSpPr>
        <p:spPr>
          <a:xfrm>
            <a:off x="7351295" y="5203658"/>
            <a:ext cx="4734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分工：</a:t>
            </a:r>
          </a:p>
          <a:p>
            <a:r>
              <a:rPr sz="1200" b="0">
                <a:solidFill>
                  <a:srgbClr val="404040"/>
                </a:solidFill>
              </a:rPr>
              <a:t>建模与统筹：孙一凡</a:t>
            </a:r>
          </a:p>
          <a:p>
            <a:r>
              <a:rPr sz="1200" b="0">
                <a:solidFill>
                  <a:srgbClr val="404040"/>
                </a:solidFill>
              </a:rPr>
              <a:t>结构分析：冯异</a:t>
            </a:r>
          </a:p>
          <a:p>
            <a:r>
              <a:rPr sz="1200" b="0">
                <a:solidFill>
                  <a:srgbClr val="404040"/>
                </a:solidFill>
              </a:rPr>
              <a:t>气动 / 有限元分析：张文博</a:t>
            </a:r>
          </a:p>
          <a:p>
            <a:r>
              <a:rPr sz="1200" b="0">
                <a:solidFill>
                  <a:srgbClr val="404040"/>
                </a:solidFill>
              </a:rPr>
              <a:t>总结报告：翁丁恺</a:t>
            </a:r>
          </a:p>
        </p:txBody>
      </p:sp>
    </p:spTree>
    <p:extLst>
      <p:ext uri="{BB962C8B-B14F-4D97-AF65-F5344CB8AC3E}">
        <p14:creationId xmlns:p14="http://schemas.microsoft.com/office/powerpoint/2010/main" val="3989050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244</Words>
  <Application>Microsoft Office PowerPoint</Application>
  <PresentationFormat>宽屏</PresentationFormat>
  <Paragraphs>129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等线</vt:lpstr>
      <vt:lpstr>等线 Light</vt:lpstr>
      <vt:lpstr>仿宋</vt:lpstr>
      <vt:lpstr>黑体</vt:lpstr>
      <vt:lpstr>微软雅黑</vt:lpstr>
      <vt:lpstr>Arial</vt:lpstr>
      <vt:lpstr>Cambria</vt:lpstr>
      <vt:lpstr>Georgia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kai</dc:creator>
  <cp:lastModifiedBy>kai</cp:lastModifiedBy>
  <cp:revision>6</cp:revision>
  <dcterms:created xsi:type="dcterms:W3CDTF">2026-11-01T14:30:45Z</dcterms:created>
  <dcterms:modified xsi:type="dcterms:W3CDTF">2026-11-01T15:01:43Z</dcterms:modified>
</cp:coreProperties>
</file>